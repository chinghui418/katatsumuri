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268" r:id="rId3"/>
    <p:sldId id="259" r:id="rId4"/>
    <p:sldId id="257" r:id="rId5"/>
    <p:sldId id="258" r:id="rId6"/>
    <p:sldId id="261" r:id="rId7"/>
    <p:sldId id="262" r:id="rId8"/>
    <p:sldId id="264" r:id="rId9"/>
    <p:sldId id="266" r:id="rId10"/>
    <p:sldId id="260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44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zh-TW" altLang="en-US" sz="4400" b="1" dirty="0">
                <a:solidFill>
                  <a:schemeClr val="accent6">
                    <a:lumMod val="50000"/>
                  </a:schemeClr>
                </a:solidFill>
              </a:rPr>
              <a:t>使用佔比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比例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973D-413E-8E36-B030ABD81873}"/>
              </c:ext>
            </c:extLst>
          </c:dPt>
          <c:dPt>
            <c:idx val="1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73D-413E-8E36-B030ABD818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工作表1!$A$2:$A$3</c:f>
              <c:strCache>
                <c:ptCount val="2"/>
                <c:pt idx="0">
                  <c:v>AI</c:v>
                </c:pt>
                <c:pt idx="1">
                  <c:v>ME</c:v>
                </c:pt>
              </c:strCache>
            </c:strRef>
          </c:cat>
          <c:val>
            <c:numRef>
              <c:f>工作表1!$B$2:$B$3</c:f>
              <c:numCache>
                <c:formatCode>0%</c:formatCode>
                <c:ptCount val="2"/>
                <c:pt idx="0">
                  <c:v>0.4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3D-413E-8E36-B030ABD818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</c:legendEntry>
      <c:layout>
        <c:manualLayout>
          <c:xMode val="edge"/>
          <c:yMode val="edge"/>
          <c:x val="3.4947790365804692E-2"/>
          <c:y val="0.31699667029058254"/>
          <c:w val="0.13460038070149952"/>
          <c:h val="0.336116232198834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3095DB-0FA9-4C3B-ADF5-E6C750F58C5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00591B3D-9B9F-4C8B-8739-23D4490262C6}">
      <dgm:prSet phldrT="[文字]"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pPr>
            <a:spcAft>
              <a:spcPts val="0"/>
            </a:spcAft>
          </a:pPr>
          <a:r>
            <a:rPr lang="zh-TW" altLang="en-US" sz="2800" dirty="0">
              <a:solidFill>
                <a:schemeClr val="accent6">
                  <a:lumMod val="50000"/>
                </a:schemeClr>
              </a:solidFill>
            </a:rPr>
            <a:t>甜點介紹卡的</a:t>
          </a:r>
          <a:endParaRPr lang="en-US" altLang="zh-TW" sz="2800" dirty="0">
            <a:solidFill>
              <a:schemeClr val="accent6">
                <a:lumMod val="50000"/>
              </a:schemeClr>
            </a:solidFill>
          </a:endParaRPr>
        </a:p>
        <a:p>
          <a:pPr>
            <a:spcAft>
              <a:spcPts val="0"/>
            </a:spcAft>
          </a:pPr>
          <a:r>
            <a:rPr lang="zh-TW" altLang="en-US" sz="2800" dirty="0">
              <a:solidFill>
                <a:schemeClr val="accent6">
                  <a:lumMod val="50000"/>
                </a:schemeClr>
              </a:solidFill>
            </a:rPr>
            <a:t>排版問題</a:t>
          </a:r>
          <a:r>
            <a:rPr lang="en-US" altLang="zh-TW" sz="2800" dirty="0">
              <a:solidFill>
                <a:schemeClr val="accent6">
                  <a:lumMod val="50000"/>
                </a:schemeClr>
              </a:solidFill>
            </a:rPr>
            <a:t>(CSS</a:t>
          </a:r>
          <a:r>
            <a:rPr lang="zh-TW" altLang="en-US" sz="2800" dirty="0">
              <a:solidFill>
                <a:schemeClr val="accent6">
                  <a:lumMod val="50000"/>
                </a:schemeClr>
              </a:solidFill>
            </a:rPr>
            <a:t>不熟悉</a:t>
          </a:r>
          <a:r>
            <a:rPr lang="en-US" altLang="zh-TW" sz="2800" dirty="0">
              <a:solidFill>
                <a:schemeClr val="accent6">
                  <a:lumMod val="50000"/>
                </a:schemeClr>
              </a:solidFill>
            </a:rPr>
            <a:t>)</a:t>
          </a:r>
          <a:endParaRPr lang="zh-TW" altLang="en-US" sz="2800" dirty="0">
            <a:solidFill>
              <a:schemeClr val="accent6">
                <a:lumMod val="50000"/>
              </a:schemeClr>
            </a:solidFill>
          </a:endParaRPr>
        </a:p>
      </dgm:t>
    </dgm:pt>
    <dgm:pt modelId="{0F54C9FD-17DA-43BF-9A00-E5AC6E7B1FC2}" type="parTrans" cxnId="{2E8BB78F-21B6-475E-86D9-03C7A8C1966A}">
      <dgm:prSet/>
      <dgm:spPr/>
      <dgm:t>
        <a:bodyPr/>
        <a:lstStyle/>
        <a:p>
          <a:endParaRPr lang="zh-TW" altLang="en-US"/>
        </a:p>
      </dgm:t>
    </dgm:pt>
    <dgm:pt modelId="{E1B2AA8C-7189-404C-97B2-40855E28A2AE}" type="sibTrans" cxnId="{2E8BB78F-21B6-475E-86D9-03C7A8C1966A}">
      <dgm:prSet/>
      <dgm:spPr>
        <a:solidFill>
          <a:schemeClr val="tx2"/>
        </a:solidFill>
      </dgm:spPr>
      <dgm:t>
        <a:bodyPr/>
        <a:lstStyle/>
        <a:p>
          <a:endParaRPr lang="zh-TW" altLang="en-US"/>
        </a:p>
      </dgm:t>
    </dgm:pt>
    <dgm:pt modelId="{9520538D-375F-4B1E-9218-821715961C85}">
      <dgm:prSet phldrT="[文字]"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pPr algn="l">
            <a:spcAft>
              <a:spcPts val="0"/>
            </a:spcAft>
          </a:pPr>
          <a:r>
            <a:rPr lang="zh-TW" altLang="en-US" sz="2400" dirty="0">
              <a:solidFill>
                <a:schemeClr val="accent6">
                  <a:lumMod val="50000"/>
                </a:schemeClr>
              </a:solidFill>
            </a:rPr>
            <a:t>透過加入元素的邊框，</a:t>
          </a:r>
          <a:endParaRPr lang="en-US" altLang="zh-TW" sz="2400" dirty="0">
            <a:solidFill>
              <a:schemeClr val="accent6">
                <a:lumMod val="50000"/>
              </a:schemeClr>
            </a:solidFill>
          </a:endParaRPr>
        </a:p>
        <a:p>
          <a:pPr algn="l">
            <a:spcAft>
              <a:spcPts val="0"/>
            </a:spcAft>
          </a:pPr>
          <a:r>
            <a:rPr lang="zh-TW" altLang="en-US" sz="2400" dirty="0">
              <a:solidFill>
                <a:schemeClr val="accent6">
                  <a:lumMod val="50000"/>
                </a:schemeClr>
              </a:solidFill>
            </a:rPr>
            <a:t>調整、查看各個元素的位置</a:t>
          </a:r>
        </a:p>
      </dgm:t>
    </dgm:pt>
    <dgm:pt modelId="{E47E1030-0483-4569-B5E3-0CCD52B3A299}" type="parTrans" cxnId="{0BDD1C65-EF6D-491A-AFEF-C723D9116C75}">
      <dgm:prSet/>
      <dgm:spPr/>
      <dgm:t>
        <a:bodyPr/>
        <a:lstStyle/>
        <a:p>
          <a:endParaRPr lang="zh-TW" altLang="en-US"/>
        </a:p>
      </dgm:t>
    </dgm:pt>
    <dgm:pt modelId="{5CD14075-B5E2-473D-9267-9792530EFFD6}" type="sibTrans" cxnId="{0BDD1C65-EF6D-491A-AFEF-C723D9116C75}">
      <dgm:prSet/>
      <dgm:spPr/>
      <dgm:t>
        <a:bodyPr/>
        <a:lstStyle/>
        <a:p>
          <a:endParaRPr lang="zh-TW" altLang="en-US"/>
        </a:p>
      </dgm:t>
    </dgm:pt>
    <dgm:pt modelId="{FCDFAAFB-4A20-4AE9-A0B7-81E7E98DBC09}" type="pres">
      <dgm:prSet presAssocID="{8E3095DB-0FA9-4C3B-ADF5-E6C750F58C5E}" presName="Name0" presStyleCnt="0">
        <dgm:presLayoutVars>
          <dgm:dir/>
          <dgm:resizeHandles val="exact"/>
        </dgm:presLayoutVars>
      </dgm:prSet>
      <dgm:spPr/>
    </dgm:pt>
    <dgm:pt modelId="{8354EA69-A3DB-4627-A454-A31F702A5D1B}" type="pres">
      <dgm:prSet presAssocID="{00591B3D-9B9F-4C8B-8739-23D4490262C6}" presName="node" presStyleLbl="node1" presStyleIdx="0" presStyleCnt="2" custLinFactNeighborX="-2793">
        <dgm:presLayoutVars>
          <dgm:bulletEnabled val="1"/>
        </dgm:presLayoutVars>
      </dgm:prSet>
      <dgm:spPr/>
    </dgm:pt>
    <dgm:pt modelId="{3886EA5E-2AF8-4215-A353-237B8AA4A5AD}" type="pres">
      <dgm:prSet presAssocID="{E1B2AA8C-7189-404C-97B2-40855E28A2AE}" presName="sibTrans" presStyleLbl="sibTrans2D1" presStyleIdx="0" presStyleCnt="1"/>
      <dgm:spPr/>
    </dgm:pt>
    <dgm:pt modelId="{AC9B1A07-EAF3-47CD-9DC2-50EC225BE772}" type="pres">
      <dgm:prSet presAssocID="{E1B2AA8C-7189-404C-97B2-40855E28A2AE}" presName="connectorText" presStyleLbl="sibTrans2D1" presStyleIdx="0" presStyleCnt="1"/>
      <dgm:spPr/>
    </dgm:pt>
    <dgm:pt modelId="{81657D96-4140-49CC-A7FB-0013B13D0741}" type="pres">
      <dgm:prSet presAssocID="{9520538D-375F-4B1E-9218-821715961C85}" presName="node" presStyleLbl="node1" presStyleIdx="1" presStyleCnt="2">
        <dgm:presLayoutVars>
          <dgm:bulletEnabled val="1"/>
        </dgm:presLayoutVars>
      </dgm:prSet>
      <dgm:spPr/>
    </dgm:pt>
  </dgm:ptLst>
  <dgm:cxnLst>
    <dgm:cxn modelId="{65CF7F19-9A25-40AA-961A-791BFA1DBC66}" type="presOf" srcId="{00591B3D-9B9F-4C8B-8739-23D4490262C6}" destId="{8354EA69-A3DB-4627-A454-A31F702A5D1B}" srcOrd="0" destOrd="0" presId="urn:microsoft.com/office/officeart/2005/8/layout/process1"/>
    <dgm:cxn modelId="{0BDD1C65-EF6D-491A-AFEF-C723D9116C75}" srcId="{8E3095DB-0FA9-4C3B-ADF5-E6C750F58C5E}" destId="{9520538D-375F-4B1E-9218-821715961C85}" srcOrd="1" destOrd="0" parTransId="{E47E1030-0483-4569-B5E3-0CCD52B3A299}" sibTransId="{5CD14075-B5E2-473D-9267-9792530EFFD6}"/>
    <dgm:cxn modelId="{3DDE4F8B-692E-4CDA-9F59-A536B9F871F7}" type="presOf" srcId="{9520538D-375F-4B1E-9218-821715961C85}" destId="{81657D96-4140-49CC-A7FB-0013B13D0741}" srcOrd="0" destOrd="0" presId="urn:microsoft.com/office/officeart/2005/8/layout/process1"/>
    <dgm:cxn modelId="{2E8BB78F-21B6-475E-86D9-03C7A8C1966A}" srcId="{8E3095DB-0FA9-4C3B-ADF5-E6C750F58C5E}" destId="{00591B3D-9B9F-4C8B-8739-23D4490262C6}" srcOrd="0" destOrd="0" parTransId="{0F54C9FD-17DA-43BF-9A00-E5AC6E7B1FC2}" sibTransId="{E1B2AA8C-7189-404C-97B2-40855E28A2AE}"/>
    <dgm:cxn modelId="{893181CE-0CE2-4273-9BDF-BA68AB6A8990}" type="presOf" srcId="{E1B2AA8C-7189-404C-97B2-40855E28A2AE}" destId="{3886EA5E-2AF8-4215-A353-237B8AA4A5AD}" srcOrd="0" destOrd="0" presId="urn:microsoft.com/office/officeart/2005/8/layout/process1"/>
    <dgm:cxn modelId="{D21B7ACF-8F6A-468B-9F83-7859F8D08FD9}" type="presOf" srcId="{8E3095DB-0FA9-4C3B-ADF5-E6C750F58C5E}" destId="{FCDFAAFB-4A20-4AE9-A0B7-81E7E98DBC09}" srcOrd="0" destOrd="0" presId="urn:microsoft.com/office/officeart/2005/8/layout/process1"/>
    <dgm:cxn modelId="{EBD6FBF9-1CDE-432C-9865-B95DEEBB972A}" type="presOf" srcId="{E1B2AA8C-7189-404C-97B2-40855E28A2AE}" destId="{AC9B1A07-EAF3-47CD-9DC2-50EC225BE772}" srcOrd="1" destOrd="0" presId="urn:microsoft.com/office/officeart/2005/8/layout/process1"/>
    <dgm:cxn modelId="{906EF7D7-F552-47EE-AC98-383F27124976}" type="presParOf" srcId="{FCDFAAFB-4A20-4AE9-A0B7-81E7E98DBC09}" destId="{8354EA69-A3DB-4627-A454-A31F702A5D1B}" srcOrd="0" destOrd="0" presId="urn:microsoft.com/office/officeart/2005/8/layout/process1"/>
    <dgm:cxn modelId="{31305252-C3EF-4205-9623-BED3CE56E054}" type="presParOf" srcId="{FCDFAAFB-4A20-4AE9-A0B7-81E7E98DBC09}" destId="{3886EA5E-2AF8-4215-A353-237B8AA4A5AD}" srcOrd="1" destOrd="0" presId="urn:microsoft.com/office/officeart/2005/8/layout/process1"/>
    <dgm:cxn modelId="{D9B96719-05AF-4DEC-93E4-DB438A1A76FE}" type="presParOf" srcId="{3886EA5E-2AF8-4215-A353-237B8AA4A5AD}" destId="{AC9B1A07-EAF3-47CD-9DC2-50EC225BE772}" srcOrd="0" destOrd="0" presId="urn:microsoft.com/office/officeart/2005/8/layout/process1"/>
    <dgm:cxn modelId="{53FF475A-E3D0-4861-9121-AFCF3D21C32C}" type="presParOf" srcId="{FCDFAAFB-4A20-4AE9-A0B7-81E7E98DBC09}" destId="{81657D96-4140-49CC-A7FB-0013B13D074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3095DB-0FA9-4C3B-ADF5-E6C750F58C5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00591B3D-9B9F-4C8B-8739-23D4490262C6}">
      <dgm:prSet phldrT="[文字]"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r>
            <a:rPr lang="zh-TW" altLang="en-US" sz="2800" dirty="0">
              <a:solidFill>
                <a:schemeClr val="accent6">
                  <a:lumMod val="50000"/>
                </a:schemeClr>
              </a:solidFill>
            </a:rPr>
            <a:t>彈窗功能</a:t>
          </a:r>
          <a:r>
            <a:rPr lang="en-US" altLang="zh-TW" sz="2800" dirty="0">
              <a:solidFill>
                <a:schemeClr val="accent6">
                  <a:lumMod val="50000"/>
                </a:schemeClr>
              </a:solidFill>
            </a:rPr>
            <a:t>(</a:t>
          </a:r>
          <a:r>
            <a:rPr lang="zh-TW" altLang="en-US" sz="28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altLang="zh-TW" sz="2800" dirty="0">
              <a:solidFill>
                <a:schemeClr val="accent6">
                  <a:lumMod val="50000"/>
                </a:schemeClr>
              </a:solidFill>
            </a:rPr>
            <a:t>JS</a:t>
          </a:r>
          <a:r>
            <a:rPr lang="zh-TW" altLang="en-US" sz="2800" dirty="0">
              <a:solidFill>
                <a:schemeClr val="accent6">
                  <a:lumMod val="50000"/>
                </a:schemeClr>
              </a:solidFill>
            </a:rPr>
            <a:t>不熟悉 </a:t>
          </a:r>
          <a:r>
            <a:rPr lang="en-US" altLang="zh-TW" sz="2800" dirty="0">
              <a:solidFill>
                <a:schemeClr val="accent6">
                  <a:lumMod val="50000"/>
                </a:schemeClr>
              </a:solidFill>
            </a:rPr>
            <a:t>)</a:t>
          </a:r>
          <a:endParaRPr lang="zh-TW" altLang="en-US" sz="2800" dirty="0">
            <a:solidFill>
              <a:schemeClr val="accent6">
                <a:lumMod val="50000"/>
              </a:schemeClr>
            </a:solidFill>
          </a:endParaRPr>
        </a:p>
      </dgm:t>
    </dgm:pt>
    <dgm:pt modelId="{0F54C9FD-17DA-43BF-9A00-E5AC6E7B1FC2}" type="parTrans" cxnId="{2E8BB78F-21B6-475E-86D9-03C7A8C1966A}">
      <dgm:prSet/>
      <dgm:spPr/>
      <dgm:t>
        <a:bodyPr/>
        <a:lstStyle/>
        <a:p>
          <a:endParaRPr lang="zh-TW" altLang="en-US"/>
        </a:p>
      </dgm:t>
    </dgm:pt>
    <dgm:pt modelId="{E1B2AA8C-7189-404C-97B2-40855E28A2AE}" type="sibTrans" cxnId="{2E8BB78F-21B6-475E-86D9-03C7A8C1966A}">
      <dgm:prSet/>
      <dgm:spPr>
        <a:solidFill>
          <a:schemeClr val="tx2"/>
        </a:solidFill>
      </dgm:spPr>
      <dgm:t>
        <a:bodyPr/>
        <a:lstStyle/>
        <a:p>
          <a:endParaRPr lang="zh-TW" altLang="en-US"/>
        </a:p>
      </dgm:t>
    </dgm:pt>
    <dgm:pt modelId="{9520538D-375F-4B1E-9218-821715961C85}">
      <dgm:prSet phldrT="[文字]"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pPr algn="l">
            <a:spcAft>
              <a:spcPts val="0"/>
            </a:spcAft>
          </a:pPr>
          <a:r>
            <a:rPr lang="zh-TW" altLang="en-US" sz="2400" dirty="0">
              <a:solidFill>
                <a:schemeClr val="accent6">
                  <a:lumMod val="50000"/>
                </a:schemeClr>
              </a:solidFill>
            </a:rPr>
            <a:t>查詢</a:t>
          </a:r>
          <a:r>
            <a:rPr lang="en-US" altLang="zh-TW" sz="2400" dirty="0">
              <a:solidFill>
                <a:schemeClr val="accent6">
                  <a:lumMod val="50000"/>
                </a:schemeClr>
              </a:solidFill>
            </a:rPr>
            <a:t>YouTube</a:t>
          </a:r>
          <a:r>
            <a:rPr lang="zh-TW" altLang="en-US" sz="2400" dirty="0">
              <a:solidFill>
                <a:schemeClr val="accent6">
                  <a:lumMod val="50000"/>
                </a:schemeClr>
              </a:solidFill>
            </a:rPr>
            <a:t>教學、</a:t>
          </a:r>
          <a:endParaRPr lang="en-US" altLang="zh-TW" sz="2400" dirty="0">
            <a:solidFill>
              <a:schemeClr val="accent6">
                <a:lumMod val="50000"/>
              </a:schemeClr>
            </a:solidFill>
          </a:endParaRPr>
        </a:p>
        <a:p>
          <a:pPr algn="l">
            <a:spcAft>
              <a:spcPts val="0"/>
            </a:spcAft>
          </a:pPr>
          <a:r>
            <a:rPr lang="zh-TW" altLang="en-US" sz="2400" dirty="0">
              <a:solidFill>
                <a:schemeClr val="accent6">
                  <a:lumMod val="50000"/>
                </a:schemeClr>
              </a:solidFill>
            </a:rPr>
            <a:t>詢問</a:t>
          </a:r>
          <a:r>
            <a:rPr lang="en-US" altLang="zh-TW" sz="2400" dirty="0">
              <a:solidFill>
                <a:schemeClr val="accent6">
                  <a:lumMod val="50000"/>
                </a:schemeClr>
              </a:solidFill>
            </a:rPr>
            <a:t>Copilot</a:t>
          </a:r>
          <a:r>
            <a:rPr lang="zh-TW" altLang="en-US" sz="2400" dirty="0">
              <a:solidFill>
                <a:schemeClr val="accent6">
                  <a:lumMod val="50000"/>
                </a:schemeClr>
              </a:solidFill>
            </a:rPr>
            <a:t>，並加以調整</a:t>
          </a:r>
        </a:p>
      </dgm:t>
    </dgm:pt>
    <dgm:pt modelId="{E47E1030-0483-4569-B5E3-0CCD52B3A299}" type="parTrans" cxnId="{0BDD1C65-EF6D-491A-AFEF-C723D9116C75}">
      <dgm:prSet/>
      <dgm:spPr/>
      <dgm:t>
        <a:bodyPr/>
        <a:lstStyle/>
        <a:p>
          <a:endParaRPr lang="zh-TW" altLang="en-US"/>
        </a:p>
      </dgm:t>
    </dgm:pt>
    <dgm:pt modelId="{5CD14075-B5E2-473D-9267-9792530EFFD6}" type="sibTrans" cxnId="{0BDD1C65-EF6D-491A-AFEF-C723D9116C75}">
      <dgm:prSet/>
      <dgm:spPr/>
      <dgm:t>
        <a:bodyPr/>
        <a:lstStyle/>
        <a:p>
          <a:endParaRPr lang="zh-TW" altLang="en-US"/>
        </a:p>
      </dgm:t>
    </dgm:pt>
    <dgm:pt modelId="{FCDFAAFB-4A20-4AE9-A0B7-81E7E98DBC09}" type="pres">
      <dgm:prSet presAssocID="{8E3095DB-0FA9-4C3B-ADF5-E6C750F58C5E}" presName="Name0" presStyleCnt="0">
        <dgm:presLayoutVars>
          <dgm:dir/>
          <dgm:resizeHandles val="exact"/>
        </dgm:presLayoutVars>
      </dgm:prSet>
      <dgm:spPr/>
    </dgm:pt>
    <dgm:pt modelId="{8354EA69-A3DB-4627-A454-A31F702A5D1B}" type="pres">
      <dgm:prSet presAssocID="{00591B3D-9B9F-4C8B-8739-23D4490262C6}" presName="node" presStyleLbl="node1" presStyleIdx="0" presStyleCnt="2">
        <dgm:presLayoutVars>
          <dgm:bulletEnabled val="1"/>
        </dgm:presLayoutVars>
      </dgm:prSet>
      <dgm:spPr/>
    </dgm:pt>
    <dgm:pt modelId="{3886EA5E-2AF8-4215-A353-237B8AA4A5AD}" type="pres">
      <dgm:prSet presAssocID="{E1B2AA8C-7189-404C-97B2-40855E28A2AE}" presName="sibTrans" presStyleLbl="sibTrans2D1" presStyleIdx="0" presStyleCnt="1"/>
      <dgm:spPr/>
    </dgm:pt>
    <dgm:pt modelId="{AC9B1A07-EAF3-47CD-9DC2-50EC225BE772}" type="pres">
      <dgm:prSet presAssocID="{E1B2AA8C-7189-404C-97B2-40855E28A2AE}" presName="connectorText" presStyleLbl="sibTrans2D1" presStyleIdx="0" presStyleCnt="1"/>
      <dgm:spPr/>
    </dgm:pt>
    <dgm:pt modelId="{81657D96-4140-49CC-A7FB-0013B13D0741}" type="pres">
      <dgm:prSet presAssocID="{9520538D-375F-4B1E-9218-821715961C85}" presName="node" presStyleLbl="node1" presStyleIdx="1" presStyleCnt="2" custLinFactNeighborX="117" custLinFactNeighborY="-3083">
        <dgm:presLayoutVars>
          <dgm:bulletEnabled val="1"/>
        </dgm:presLayoutVars>
      </dgm:prSet>
      <dgm:spPr/>
    </dgm:pt>
  </dgm:ptLst>
  <dgm:cxnLst>
    <dgm:cxn modelId="{65CF7F19-9A25-40AA-961A-791BFA1DBC66}" type="presOf" srcId="{00591B3D-9B9F-4C8B-8739-23D4490262C6}" destId="{8354EA69-A3DB-4627-A454-A31F702A5D1B}" srcOrd="0" destOrd="0" presId="urn:microsoft.com/office/officeart/2005/8/layout/process1"/>
    <dgm:cxn modelId="{0BDD1C65-EF6D-491A-AFEF-C723D9116C75}" srcId="{8E3095DB-0FA9-4C3B-ADF5-E6C750F58C5E}" destId="{9520538D-375F-4B1E-9218-821715961C85}" srcOrd="1" destOrd="0" parTransId="{E47E1030-0483-4569-B5E3-0CCD52B3A299}" sibTransId="{5CD14075-B5E2-473D-9267-9792530EFFD6}"/>
    <dgm:cxn modelId="{3DDE4F8B-692E-4CDA-9F59-A536B9F871F7}" type="presOf" srcId="{9520538D-375F-4B1E-9218-821715961C85}" destId="{81657D96-4140-49CC-A7FB-0013B13D0741}" srcOrd="0" destOrd="0" presId="urn:microsoft.com/office/officeart/2005/8/layout/process1"/>
    <dgm:cxn modelId="{2E8BB78F-21B6-475E-86D9-03C7A8C1966A}" srcId="{8E3095DB-0FA9-4C3B-ADF5-E6C750F58C5E}" destId="{00591B3D-9B9F-4C8B-8739-23D4490262C6}" srcOrd="0" destOrd="0" parTransId="{0F54C9FD-17DA-43BF-9A00-E5AC6E7B1FC2}" sibTransId="{E1B2AA8C-7189-404C-97B2-40855E28A2AE}"/>
    <dgm:cxn modelId="{893181CE-0CE2-4273-9BDF-BA68AB6A8990}" type="presOf" srcId="{E1B2AA8C-7189-404C-97B2-40855E28A2AE}" destId="{3886EA5E-2AF8-4215-A353-237B8AA4A5AD}" srcOrd="0" destOrd="0" presId="urn:microsoft.com/office/officeart/2005/8/layout/process1"/>
    <dgm:cxn modelId="{D21B7ACF-8F6A-468B-9F83-7859F8D08FD9}" type="presOf" srcId="{8E3095DB-0FA9-4C3B-ADF5-E6C750F58C5E}" destId="{FCDFAAFB-4A20-4AE9-A0B7-81E7E98DBC09}" srcOrd="0" destOrd="0" presId="urn:microsoft.com/office/officeart/2005/8/layout/process1"/>
    <dgm:cxn modelId="{EBD6FBF9-1CDE-432C-9865-B95DEEBB972A}" type="presOf" srcId="{E1B2AA8C-7189-404C-97B2-40855E28A2AE}" destId="{AC9B1A07-EAF3-47CD-9DC2-50EC225BE772}" srcOrd="1" destOrd="0" presId="urn:microsoft.com/office/officeart/2005/8/layout/process1"/>
    <dgm:cxn modelId="{906EF7D7-F552-47EE-AC98-383F27124976}" type="presParOf" srcId="{FCDFAAFB-4A20-4AE9-A0B7-81E7E98DBC09}" destId="{8354EA69-A3DB-4627-A454-A31F702A5D1B}" srcOrd="0" destOrd="0" presId="urn:microsoft.com/office/officeart/2005/8/layout/process1"/>
    <dgm:cxn modelId="{31305252-C3EF-4205-9623-BED3CE56E054}" type="presParOf" srcId="{FCDFAAFB-4A20-4AE9-A0B7-81E7E98DBC09}" destId="{3886EA5E-2AF8-4215-A353-237B8AA4A5AD}" srcOrd="1" destOrd="0" presId="urn:microsoft.com/office/officeart/2005/8/layout/process1"/>
    <dgm:cxn modelId="{D9B96719-05AF-4DEC-93E4-DB438A1A76FE}" type="presParOf" srcId="{3886EA5E-2AF8-4215-A353-237B8AA4A5AD}" destId="{AC9B1A07-EAF3-47CD-9DC2-50EC225BE772}" srcOrd="0" destOrd="0" presId="urn:microsoft.com/office/officeart/2005/8/layout/process1"/>
    <dgm:cxn modelId="{53FF475A-E3D0-4861-9121-AFCF3D21C32C}" type="presParOf" srcId="{FCDFAAFB-4A20-4AE9-A0B7-81E7E98DBC09}" destId="{81657D96-4140-49CC-A7FB-0013B13D074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3095DB-0FA9-4C3B-ADF5-E6C750F58C5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00591B3D-9B9F-4C8B-8739-23D4490262C6}">
      <dgm:prSet phldrT="[文字]"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r>
            <a:rPr lang="en-US" altLang="zh-TW" sz="2800" dirty="0">
              <a:solidFill>
                <a:schemeClr val="accent6">
                  <a:lumMod val="50000"/>
                </a:schemeClr>
              </a:solidFill>
            </a:rPr>
            <a:t>RWD</a:t>
          </a:r>
          <a:endParaRPr lang="zh-TW" altLang="en-US" sz="3600" dirty="0">
            <a:solidFill>
              <a:schemeClr val="accent6">
                <a:lumMod val="50000"/>
              </a:schemeClr>
            </a:solidFill>
          </a:endParaRPr>
        </a:p>
      </dgm:t>
    </dgm:pt>
    <dgm:pt modelId="{0F54C9FD-17DA-43BF-9A00-E5AC6E7B1FC2}" type="parTrans" cxnId="{2E8BB78F-21B6-475E-86D9-03C7A8C1966A}">
      <dgm:prSet/>
      <dgm:spPr/>
      <dgm:t>
        <a:bodyPr/>
        <a:lstStyle/>
        <a:p>
          <a:endParaRPr lang="zh-TW" altLang="en-US"/>
        </a:p>
      </dgm:t>
    </dgm:pt>
    <dgm:pt modelId="{E1B2AA8C-7189-404C-97B2-40855E28A2AE}" type="sibTrans" cxnId="{2E8BB78F-21B6-475E-86D9-03C7A8C1966A}">
      <dgm:prSet/>
      <dgm:spPr>
        <a:solidFill>
          <a:schemeClr val="tx2"/>
        </a:solidFill>
      </dgm:spPr>
      <dgm:t>
        <a:bodyPr/>
        <a:lstStyle/>
        <a:p>
          <a:endParaRPr lang="zh-TW" altLang="en-US"/>
        </a:p>
      </dgm:t>
    </dgm:pt>
    <dgm:pt modelId="{9520538D-375F-4B1E-9218-821715961C85}">
      <dgm:prSet phldrT="[文字]"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TW" altLang="en-US" sz="2400" spc="-150" dirty="0">
              <a:solidFill>
                <a:schemeClr val="accent6">
                  <a:lumMod val="50000"/>
                </a:schemeClr>
              </a:solidFill>
            </a:rPr>
            <a:t>使用</a:t>
          </a:r>
          <a:r>
            <a:rPr lang="en-US" altLang="zh-TW" sz="2400" spc="-150" dirty="0">
              <a:solidFill>
                <a:schemeClr val="accent6">
                  <a:lumMod val="50000"/>
                </a:schemeClr>
              </a:solidFill>
            </a:rPr>
            <a:t>F12(</a:t>
          </a:r>
          <a:r>
            <a:rPr lang="zh-TW" altLang="en-US" sz="2400" spc="-150" dirty="0">
              <a:solidFill>
                <a:schemeClr val="accent6">
                  <a:lumMod val="50000"/>
                </a:schemeClr>
              </a:solidFill>
            </a:rPr>
            <a:t>檢查</a:t>
          </a:r>
          <a:r>
            <a:rPr lang="en-US" altLang="zh-TW" sz="2400" spc="-150" dirty="0">
              <a:solidFill>
                <a:schemeClr val="accent6">
                  <a:lumMod val="50000"/>
                </a:schemeClr>
              </a:solidFill>
            </a:rPr>
            <a:t>)</a:t>
          </a:r>
          <a:r>
            <a:rPr lang="zh-TW" altLang="en-US" sz="2400" spc="-150" dirty="0">
              <a:solidFill>
                <a:schemeClr val="accent6">
                  <a:lumMod val="50000"/>
                </a:schemeClr>
              </a:solidFill>
            </a:rPr>
            <a:t>模擬不同尺寸進行調整，如果真的調不好就詢問</a:t>
          </a:r>
          <a:r>
            <a:rPr lang="en-US" altLang="zh-TW" sz="2400" spc="-150" dirty="0">
              <a:solidFill>
                <a:schemeClr val="accent6">
                  <a:lumMod val="50000"/>
                </a:schemeClr>
              </a:solidFill>
            </a:rPr>
            <a:t>AI</a:t>
          </a:r>
          <a:endParaRPr lang="zh-TW" altLang="en-US" sz="2400" spc="-150" dirty="0">
            <a:solidFill>
              <a:schemeClr val="accent6">
                <a:lumMod val="50000"/>
              </a:schemeClr>
            </a:solidFill>
          </a:endParaRPr>
        </a:p>
      </dgm:t>
    </dgm:pt>
    <dgm:pt modelId="{E47E1030-0483-4569-B5E3-0CCD52B3A299}" type="parTrans" cxnId="{0BDD1C65-EF6D-491A-AFEF-C723D9116C75}">
      <dgm:prSet/>
      <dgm:spPr/>
      <dgm:t>
        <a:bodyPr/>
        <a:lstStyle/>
        <a:p>
          <a:endParaRPr lang="zh-TW" altLang="en-US"/>
        </a:p>
      </dgm:t>
    </dgm:pt>
    <dgm:pt modelId="{5CD14075-B5E2-473D-9267-9792530EFFD6}" type="sibTrans" cxnId="{0BDD1C65-EF6D-491A-AFEF-C723D9116C75}">
      <dgm:prSet/>
      <dgm:spPr/>
      <dgm:t>
        <a:bodyPr/>
        <a:lstStyle/>
        <a:p>
          <a:endParaRPr lang="zh-TW" altLang="en-US"/>
        </a:p>
      </dgm:t>
    </dgm:pt>
    <dgm:pt modelId="{FCDFAAFB-4A20-4AE9-A0B7-81E7E98DBC09}" type="pres">
      <dgm:prSet presAssocID="{8E3095DB-0FA9-4C3B-ADF5-E6C750F58C5E}" presName="Name0" presStyleCnt="0">
        <dgm:presLayoutVars>
          <dgm:dir/>
          <dgm:resizeHandles val="exact"/>
        </dgm:presLayoutVars>
      </dgm:prSet>
      <dgm:spPr/>
    </dgm:pt>
    <dgm:pt modelId="{8354EA69-A3DB-4627-A454-A31F702A5D1B}" type="pres">
      <dgm:prSet presAssocID="{00591B3D-9B9F-4C8B-8739-23D4490262C6}" presName="node" presStyleLbl="node1" presStyleIdx="0" presStyleCnt="2" custLinFactNeighborX="-411" custLinFactNeighborY="6965">
        <dgm:presLayoutVars>
          <dgm:bulletEnabled val="1"/>
        </dgm:presLayoutVars>
      </dgm:prSet>
      <dgm:spPr/>
    </dgm:pt>
    <dgm:pt modelId="{3886EA5E-2AF8-4215-A353-237B8AA4A5AD}" type="pres">
      <dgm:prSet presAssocID="{E1B2AA8C-7189-404C-97B2-40855E28A2AE}" presName="sibTrans" presStyleLbl="sibTrans2D1" presStyleIdx="0" presStyleCnt="1"/>
      <dgm:spPr/>
    </dgm:pt>
    <dgm:pt modelId="{AC9B1A07-EAF3-47CD-9DC2-50EC225BE772}" type="pres">
      <dgm:prSet presAssocID="{E1B2AA8C-7189-404C-97B2-40855E28A2AE}" presName="connectorText" presStyleLbl="sibTrans2D1" presStyleIdx="0" presStyleCnt="1"/>
      <dgm:spPr/>
    </dgm:pt>
    <dgm:pt modelId="{81657D96-4140-49CC-A7FB-0013B13D0741}" type="pres">
      <dgm:prSet presAssocID="{9520538D-375F-4B1E-9218-821715961C85}" presName="node" presStyleLbl="node1" presStyleIdx="1" presStyleCnt="2">
        <dgm:presLayoutVars>
          <dgm:bulletEnabled val="1"/>
        </dgm:presLayoutVars>
      </dgm:prSet>
      <dgm:spPr/>
    </dgm:pt>
  </dgm:ptLst>
  <dgm:cxnLst>
    <dgm:cxn modelId="{65CF7F19-9A25-40AA-961A-791BFA1DBC66}" type="presOf" srcId="{00591B3D-9B9F-4C8B-8739-23D4490262C6}" destId="{8354EA69-A3DB-4627-A454-A31F702A5D1B}" srcOrd="0" destOrd="0" presId="urn:microsoft.com/office/officeart/2005/8/layout/process1"/>
    <dgm:cxn modelId="{0BDD1C65-EF6D-491A-AFEF-C723D9116C75}" srcId="{8E3095DB-0FA9-4C3B-ADF5-E6C750F58C5E}" destId="{9520538D-375F-4B1E-9218-821715961C85}" srcOrd="1" destOrd="0" parTransId="{E47E1030-0483-4569-B5E3-0CCD52B3A299}" sibTransId="{5CD14075-B5E2-473D-9267-9792530EFFD6}"/>
    <dgm:cxn modelId="{3DDE4F8B-692E-4CDA-9F59-A536B9F871F7}" type="presOf" srcId="{9520538D-375F-4B1E-9218-821715961C85}" destId="{81657D96-4140-49CC-A7FB-0013B13D0741}" srcOrd="0" destOrd="0" presId="urn:microsoft.com/office/officeart/2005/8/layout/process1"/>
    <dgm:cxn modelId="{2E8BB78F-21B6-475E-86D9-03C7A8C1966A}" srcId="{8E3095DB-0FA9-4C3B-ADF5-E6C750F58C5E}" destId="{00591B3D-9B9F-4C8B-8739-23D4490262C6}" srcOrd="0" destOrd="0" parTransId="{0F54C9FD-17DA-43BF-9A00-E5AC6E7B1FC2}" sibTransId="{E1B2AA8C-7189-404C-97B2-40855E28A2AE}"/>
    <dgm:cxn modelId="{893181CE-0CE2-4273-9BDF-BA68AB6A8990}" type="presOf" srcId="{E1B2AA8C-7189-404C-97B2-40855E28A2AE}" destId="{3886EA5E-2AF8-4215-A353-237B8AA4A5AD}" srcOrd="0" destOrd="0" presId="urn:microsoft.com/office/officeart/2005/8/layout/process1"/>
    <dgm:cxn modelId="{D21B7ACF-8F6A-468B-9F83-7859F8D08FD9}" type="presOf" srcId="{8E3095DB-0FA9-4C3B-ADF5-E6C750F58C5E}" destId="{FCDFAAFB-4A20-4AE9-A0B7-81E7E98DBC09}" srcOrd="0" destOrd="0" presId="urn:microsoft.com/office/officeart/2005/8/layout/process1"/>
    <dgm:cxn modelId="{EBD6FBF9-1CDE-432C-9865-B95DEEBB972A}" type="presOf" srcId="{E1B2AA8C-7189-404C-97B2-40855E28A2AE}" destId="{AC9B1A07-EAF3-47CD-9DC2-50EC225BE772}" srcOrd="1" destOrd="0" presId="urn:microsoft.com/office/officeart/2005/8/layout/process1"/>
    <dgm:cxn modelId="{906EF7D7-F552-47EE-AC98-383F27124976}" type="presParOf" srcId="{FCDFAAFB-4A20-4AE9-A0B7-81E7E98DBC09}" destId="{8354EA69-A3DB-4627-A454-A31F702A5D1B}" srcOrd="0" destOrd="0" presId="urn:microsoft.com/office/officeart/2005/8/layout/process1"/>
    <dgm:cxn modelId="{31305252-C3EF-4205-9623-BED3CE56E054}" type="presParOf" srcId="{FCDFAAFB-4A20-4AE9-A0B7-81E7E98DBC09}" destId="{3886EA5E-2AF8-4215-A353-237B8AA4A5AD}" srcOrd="1" destOrd="0" presId="urn:microsoft.com/office/officeart/2005/8/layout/process1"/>
    <dgm:cxn modelId="{D9B96719-05AF-4DEC-93E4-DB438A1A76FE}" type="presParOf" srcId="{3886EA5E-2AF8-4215-A353-237B8AA4A5AD}" destId="{AC9B1A07-EAF3-47CD-9DC2-50EC225BE772}" srcOrd="0" destOrd="0" presId="urn:microsoft.com/office/officeart/2005/8/layout/process1"/>
    <dgm:cxn modelId="{53FF475A-E3D0-4861-9121-AFCF3D21C32C}" type="presParOf" srcId="{FCDFAAFB-4A20-4AE9-A0B7-81E7E98DBC09}" destId="{81657D96-4140-49CC-A7FB-0013B13D074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3095DB-0FA9-4C3B-ADF5-E6C750F58C5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00591B3D-9B9F-4C8B-8739-23D4490262C6}">
      <dgm:prSet phldrT="[文字]" custT="1"/>
      <dgm:spPr>
        <a:solidFill>
          <a:prstClr val="white">
            <a:lumMod val="85000"/>
          </a:prstClr>
        </a:solidFill>
        <a:ln w="12700" cap="flat" cmpd="sng" algn="ctr">
          <a:noFill/>
          <a:prstDash val="solid"/>
          <a:miter lim="800000"/>
        </a:ln>
        <a:effectLst/>
      </dgm:spPr>
      <dgm:t>
        <a:bodyPr spcFirstLastPara="0" vert="horz" wrap="square" lIns="137160" tIns="137160" rIns="137160" bIns="137160" numCol="1" spcCol="1270" anchor="ctr" anchorCtr="0"/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>
              <a:solidFill>
                <a:srgbClr val="0989B1">
                  <a:lumMod val="50000"/>
                </a:srgbClr>
              </a:solidFill>
              <a:latin typeface="Gill Sans MT" panose="020B0502020104020203"/>
              <a:ea typeface="微軟正黑體" panose="020B0604030504040204" pitchFamily="34" charset="-120"/>
              <a:cs typeface="+mn-cs"/>
            </a:rPr>
            <a:t>倫撥圖無法自動撥放</a:t>
          </a:r>
        </a:p>
      </dgm:t>
    </dgm:pt>
    <dgm:pt modelId="{0F54C9FD-17DA-43BF-9A00-E5AC6E7B1FC2}" type="parTrans" cxnId="{2E8BB78F-21B6-475E-86D9-03C7A8C1966A}">
      <dgm:prSet/>
      <dgm:spPr/>
      <dgm:t>
        <a:bodyPr/>
        <a:lstStyle/>
        <a:p>
          <a:endParaRPr lang="zh-TW" altLang="en-US"/>
        </a:p>
      </dgm:t>
    </dgm:pt>
    <dgm:pt modelId="{E1B2AA8C-7189-404C-97B2-40855E28A2AE}" type="sibTrans" cxnId="{2E8BB78F-21B6-475E-86D9-03C7A8C1966A}">
      <dgm:prSet/>
      <dgm:spPr>
        <a:solidFill>
          <a:schemeClr val="tx2"/>
        </a:solidFill>
      </dgm:spPr>
      <dgm:t>
        <a:bodyPr/>
        <a:lstStyle/>
        <a:p>
          <a:endParaRPr lang="zh-TW" altLang="en-US"/>
        </a:p>
      </dgm:t>
    </dgm:pt>
    <dgm:pt modelId="{9520538D-375F-4B1E-9218-821715961C85}">
      <dgm:prSet phldrT="[文字]"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pPr algn="l">
            <a:spcAft>
              <a:spcPts val="0"/>
            </a:spcAft>
          </a:pPr>
          <a:r>
            <a:rPr lang="zh-TW" altLang="en-US" sz="2400" dirty="0">
              <a:solidFill>
                <a:schemeClr val="accent6">
                  <a:lumMod val="50000"/>
                </a:schemeClr>
              </a:solidFill>
            </a:rPr>
            <a:t>透過 </a:t>
          </a:r>
          <a:r>
            <a:rPr lang="en-US" altLang="zh-TW" sz="2400" dirty="0">
              <a:solidFill>
                <a:schemeClr val="accent6">
                  <a:lumMod val="50000"/>
                </a:schemeClr>
              </a:solidFill>
            </a:rPr>
            <a:t>W3School </a:t>
          </a:r>
          <a:r>
            <a:rPr lang="zh-TW" altLang="en-US" sz="2400" dirty="0">
              <a:solidFill>
                <a:schemeClr val="accent6">
                  <a:lumMod val="50000"/>
                </a:schemeClr>
              </a:solidFill>
            </a:rPr>
            <a:t>學習倫撥圖的</a:t>
          </a:r>
          <a:endParaRPr lang="en-US" altLang="zh-TW" sz="2400" dirty="0">
            <a:solidFill>
              <a:schemeClr val="accent6">
                <a:lumMod val="50000"/>
              </a:schemeClr>
            </a:solidFill>
          </a:endParaRPr>
        </a:p>
        <a:p>
          <a:pPr algn="l">
            <a:spcAft>
              <a:spcPts val="0"/>
            </a:spcAft>
          </a:pPr>
          <a:r>
            <a:rPr lang="en-US" altLang="zh-TW" sz="2400" dirty="0">
              <a:solidFill>
                <a:schemeClr val="accent6">
                  <a:lumMod val="50000"/>
                </a:schemeClr>
              </a:solidFill>
            </a:rPr>
            <a:t>JS</a:t>
          </a:r>
          <a:r>
            <a:rPr lang="zh-TW" altLang="en-US" sz="2400" dirty="0">
              <a:solidFill>
                <a:schemeClr val="accent6">
                  <a:lumMod val="50000"/>
                </a:schemeClr>
              </a:solidFill>
            </a:rPr>
            <a:t>功能、詢問</a:t>
          </a:r>
          <a:r>
            <a:rPr lang="en-US" altLang="zh-TW" sz="2400" dirty="0">
              <a:solidFill>
                <a:schemeClr val="accent6">
                  <a:lumMod val="50000"/>
                </a:schemeClr>
              </a:solidFill>
            </a:rPr>
            <a:t>Copilot</a:t>
          </a:r>
          <a:endParaRPr lang="zh-TW" altLang="en-US" sz="2400" dirty="0">
            <a:solidFill>
              <a:schemeClr val="accent6">
                <a:lumMod val="50000"/>
              </a:schemeClr>
            </a:solidFill>
          </a:endParaRPr>
        </a:p>
      </dgm:t>
    </dgm:pt>
    <dgm:pt modelId="{E47E1030-0483-4569-B5E3-0CCD52B3A299}" type="parTrans" cxnId="{0BDD1C65-EF6D-491A-AFEF-C723D9116C75}">
      <dgm:prSet/>
      <dgm:spPr/>
      <dgm:t>
        <a:bodyPr/>
        <a:lstStyle/>
        <a:p>
          <a:endParaRPr lang="zh-TW" altLang="en-US"/>
        </a:p>
      </dgm:t>
    </dgm:pt>
    <dgm:pt modelId="{5CD14075-B5E2-473D-9267-9792530EFFD6}" type="sibTrans" cxnId="{0BDD1C65-EF6D-491A-AFEF-C723D9116C75}">
      <dgm:prSet/>
      <dgm:spPr/>
      <dgm:t>
        <a:bodyPr/>
        <a:lstStyle/>
        <a:p>
          <a:endParaRPr lang="zh-TW" altLang="en-US"/>
        </a:p>
      </dgm:t>
    </dgm:pt>
    <dgm:pt modelId="{FCDFAAFB-4A20-4AE9-A0B7-81E7E98DBC09}" type="pres">
      <dgm:prSet presAssocID="{8E3095DB-0FA9-4C3B-ADF5-E6C750F58C5E}" presName="Name0" presStyleCnt="0">
        <dgm:presLayoutVars>
          <dgm:dir/>
          <dgm:resizeHandles val="exact"/>
        </dgm:presLayoutVars>
      </dgm:prSet>
      <dgm:spPr/>
    </dgm:pt>
    <dgm:pt modelId="{8354EA69-A3DB-4627-A454-A31F702A5D1B}" type="pres">
      <dgm:prSet presAssocID="{00591B3D-9B9F-4C8B-8739-23D4490262C6}" presName="node" presStyleLbl="node1" presStyleIdx="0" presStyleCnt="2" custLinFactNeighborX="-117" custLinFactNeighborY="-100000">
        <dgm:presLayoutVars>
          <dgm:bulletEnabled val="1"/>
        </dgm:presLayoutVars>
      </dgm:prSet>
      <dgm:spPr>
        <a:xfrm>
          <a:off x="4" y="0"/>
          <a:ext cx="4464422" cy="1412422"/>
        </a:xfrm>
        <a:prstGeom prst="roundRect">
          <a:avLst>
            <a:gd name="adj" fmla="val 10000"/>
          </a:avLst>
        </a:prstGeom>
      </dgm:spPr>
    </dgm:pt>
    <dgm:pt modelId="{3886EA5E-2AF8-4215-A353-237B8AA4A5AD}" type="pres">
      <dgm:prSet presAssocID="{E1B2AA8C-7189-404C-97B2-40855E28A2AE}" presName="sibTrans" presStyleLbl="sibTrans2D1" presStyleIdx="0" presStyleCnt="1"/>
      <dgm:spPr/>
    </dgm:pt>
    <dgm:pt modelId="{AC9B1A07-EAF3-47CD-9DC2-50EC225BE772}" type="pres">
      <dgm:prSet presAssocID="{E1B2AA8C-7189-404C-97B2-40855E28A2AE}" presName="connectorText" presStyleLbl="sibTrans2D1" presStyleIdx="0" presStyleCnt="1"/>
      <dgm:spPr/>
    </dgm:pt>
    <dgm:pt modelId="{81657D96-4140-49CC-A7FB-0013B13D0741}" type="pres">
      <dgm:prSet presAssocID="{9520538D-375F-4B1E-9218-821715961C85}" presName="node" presStyleLbl="node1" presStyleIdx="1" presStyleCnt="2">
        <dgm:presLayoutVars>
          <dgm:bulletEnabled val="1"/>
        </dgm:presLayoutVars>
      </dgm:prSet>
      <dgm:spPr/>
    </dgm:pt>
  </dgm:ptLst>
  <dgm:cxnLst>
    <dgm:cxn modelId="{65CF7F19-9A25-40AA-961A-791BFA1DBC66}" type="presOf" srcId="{00591B3D-9B9F-4C8B-8739-23D4490262C6}" destId="{8354EA69-A3DB-4627-A454-A31F702A5D1B}" srcOrd="0" destOrd="0" presId="urn:microsoft.com/office/officeart/2005/8/layout/process1"/>
    <dgm:cxn modelId="{0BDD1C65-EF6D-491A-AFEF-C723D9116C75}" srcId="{8E3095DB-0FA9-4C3B-ADF5-E6C750F58C5E}" destId="{9520538D-375F-4B1E-9218-821715961C85}" srcOrd="1" destOrd="0" parTransId="{E47E1030-0483-4569-B5E3-0CCD52B3A299}" sibTransId="{5CD14075-B5E2-473D-9267-9792530EFFD6}"/>
    <dgm:cxn modelId="{3DDE4F8B-692E-4CDA-9F59-A536B9F871F7}" type="presOf" srcId="{9520538D-375F-4B1E-9218-821715961C85}" destId="{81657D96-4140-49CC-A7FB-0013B13D0741}" srcOrd="0" destOrd="0" presId="urn:microsoft.com/office/officeart/2005/8/layout/process1"/>
    <dgm:cxn modelId="{2E8BB78F-21B6-475E-86D9-03C7A8C1966A}" srcId="{8E3095DB-0FA9-4C3B-ADF5-E6C750F58C5E}" destId="{00591B3D-9B9F-4C8B-8739-23D4490262C6}" srcOrd="0" destOrd="0" parTransId="{0F54C9FD-17DA-43BF-9A00-E5AC6E7B1FC2}" sibTransId="{E1B2AA8C-7189-404C-97B2-40855E28A2AE}"/>
    <dgm:cxn modelId="{893181CE-0CE2-4273-9BDF-BA68AB6A8990}" type="presOf" srcId="{E1B2AA8C-7189-404C-97B2-40855E28A2AE}" destId="{3886EA5E-2AF8-4215-A353-237B8AA4A5AD}" srcOrd="0" destOrd="0" presId="urn:microsoft.com/office/officeart/2005/8/layout/process1"/>
    <dgm:cxn modelId="{D21B7ACF-8F6A-468B-9F83-7859F8D08FD9}" type="presOf" srcId="{8E3095DB-0FA9-4C3B-ADF5-E6C750F58C5E}" destId="{FCDFAAFB-4A20-4AE9-A0B7-81E7E98DBC09}" srcOrd="0" destOrd="0" presId="urn:microsoft.com/office/officeart/2005/8/layout/process1"/>
    <dgm:cxn modelId="{EBD6FBF9-1CDE-432C-9865-B95DEEBB972A}" type="presOf" srcId="{E1B2AA8C-7189-404C-97B2-40855E28A2AE}" destId="{AC9B1A07-EAF3-47CD-9DC2-50EC225BE772}" srcOrd="1" destOrd="0" presId="urn:microsoft.com/office/officeart/2005/8/layout/process1"/>
    <dgm:cxn modelId="{906EF7D7-F552-47EE-AC98-383F27124976}" type="presParOf" srcId="{FCDFAAFB-4A20-4AE9-A0B7-81E7E98DBC09}" destId="{8354EA69-A3DB-4627-A454-A31F702A5D1B}" srcOrd="0" destOrd="0" presId="urn:microsoft.com/office/officeart/2005/8/layout/process1"/>
    <dgm:cxn modelId="{31305252-C3EF-4205-9623-BED3CE56E054}" type="presParOf" srcId="{FCDFAAFB-4A20-4AE9-A0B7-81E7E98DBC09}" destId="{3886EA5E-2AF8-4215-A353-237B8AA4A5AD}" srcOrd="1" destOrd="0" presId="urn:microsoft.com/office/officeart/2005/8/layout/process1"/>
    <dgm:cxn modelId="{D9B96719-05AF-4DEC-93E4-DB438A1A76FE}" type="presParOf" srcId="{3886EA5E-2AF8-4215-A353-237B8AA4A5AD}" destId="{AC9B1A07-EAF3-47CD-9DC2-50EC225BE772}" srcOrd="0" destOrd="0" presId="urn:microsoft.com/office/officeart/2005/8/layout/process1"/>
    <dgm:cxn modelId="{53FF475A-E3D0-4861-9121-AFCF3D21C32C}" type="presParOf" srcId="{FCDFAAFB-4A20-4AE9-A0B7-81E7E98DBC09}" destId="{81657D96-4140-49CC-A7FB-0013B13D074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3095DB-0FA9-4C3B-ADF5-E6C750F58C5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00591B3D-9B9F-4C8B-8739-23D4490262C6}">
      <dgm:prSet phldrT="[文字]"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r>
            <a:rPr lang="zh-TW" altLang="en-US" sz="2800" dirty="0">
              <a:solidFill>
                <a:schemeClr val="accent6">
                  <a:lumMod val="50000"/>
                </a:schemeClr>
              </a:solidFill>
            </a:rPr>
            <a:t>漢堡選單</a:t>
          </a:r>
        </a:p>
      </dgm:t>
    </dgm:pt>
    <dgm:pt modelId="{0F54C9FD-17DA-43BF-9A00-E5AC6E7B1FC2}" type="parTrans" cxnId="{2E8BB78F-21B6-475E-86D9-03C7A8C1966A}">
      <dgm:prSet/>
      <dgm:spPr/>
      <dgm:t>
        <a:bodyPr/>
        <a:lstStyle/>
        <a:p>
          <a:endParaRPr lang="zh-TW" altLang="en-US"/>
        </a:p>
      </dgm:t>
    </dgm:pt>
    <dgm:pt modelId="{E1B2AA8C-7189-404C-97B2-40855E28A2AE}" type="sibTrans" cxnId="{2E8BB78F-21B6-475E-86D9-03C7A8C1966A}">
      <dgm:prSet/>
      <dgm:spPr>
        <a:solidFill>
          <a:schemeClr val="tx2"/>
        </a:solidFill>
      </dgm:spPr>
      <dgm:t>
        <a:bodyPr/>
        <a:lstStyle/>
        <a:p>
          <a:endParaRPr lang="zh-TW" altLang="en-US"/>
        </a:p>
      </dgm:t>
    </dgm:pt>
    <dgm:pt modelId="{9520538D-375F-4B1E-9218-821715961C85}">
      <dgm:prSet phldrT="[文字]"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zh-TW" altLang="en-US" sz="2400" spc="-150" dirty="0">
              <a:solidFill>
                <a:schemeClr val="accent6">
                  <a:lumMod val="50000"/>
                </a:schemeClr>
              </a:solidFill>
            </a:rPr>
            <a:t>搜尋有關</a:t>
          </a:r>
          <a:r>
            <a:rPr lang="en-US" altLang="zh-TW" sz="2400" spc="-150" dirty="0">
              <a:solidFill>
                <a:schemeClr val="accent6">
                  <a:lumMod val="50000"/>
                </a:schemeClr>
              </a:solidFill>
            </a:rPr>
            <a:t>Menu Icon</a:t>
          </a:r>
          <a:r>
            <a:rPr lang="zh-TW" altLang="en-US" sz="2400" spc="-150" dirty="0">
              <a:solidFill>
                <a:schemeClr val="accent6">
                  <a:lumMod val="50000"/>
                </a:schemeClr>
              </a:solidFill>
            </a:rPr>
            <a:t>的</a:t>
          </a:r>
          <a:r>
            <a:rPr lang="en-US" altLang="zh-TW" sz="2400" spc="-150" dirty="0">
              <a:solidFill>
                <a:schemeClr val="accent6">
                  <a:lumMod val="50000"/>
                </a:schemeClr>
              </a:solidFill>
            </a:rPr>
            <a:t>YT</a:t>
          </a:r>
          <a:r>
            <a:rPr lang="zh-TW" altLang="en-US" sz="2400" spc="-150" dirty="0">
              <a:solidFill>
                <a:schemeClr val="accent6">
                  <a:lumMod val="50000"/>
                </a:schemeClr>
              </a:solidFill>
            </a:rPr>
            <a:t>教學影片</a:t>
          </a:r>
        </a:p>
      </dgm:t>
    </dgm:pt>
    <dgm:pt modelId="{E47E1030-0483-4569-B5E3-0CCD52B3A299}" type="parTrans" cxnId="{0BDD1C65-EF6D-491A-AFEF-C723D9116C75}">
      <dgm:prSet/>
      <dgm:spPr/>
      <dgm:t>
        <a:bodyPr/>
        <a:lstStyle/>
        <a:p>
          <a:endParaRPr lang="zh-TW" altLang="en-US"/>
        </a:p>
      </dgm:t>
    </dgm:pt>
    <dgm:pt modelId="{5CD14075-B5E2-473D-9267-9792530EFFD6}" type="sibTrans" cxnId="{0BDD1C65-EF6D-491A-AFEF-C723D9116C75}">
      <dgm:prSet/>
      <dgm:spPr/>
      <dgm:t>
        <a:bodyPr/>
        <a:lstStyle/>
        <a:p>
          <a:endParaRPr lang="zh-TW" altLang="en-US"/>
        </a:p>
      </dgm:t>
    </dgm:pt>
    <dgm:pt modelId="{FCDFAAFB-4A20-4AE9-A0B7-81E7E98DBC09}" type="pres">
      <dgm:prSet presAssocID="{8E3095DB-0FA9-4C3B-ADF5-E6C750F58C5E}" presName="Name0" presStyleCnt="0">
        <dgm:presLayoutVars>
          <dgm:dir/>
          <dgm:resizeHandles val="exact"/>
        </dgm:presLayoutVars>
      </dgm:prSet>
      <dgm:spPr/>
    </dgm:pt>
    <dgm:pt modelId="{8354EA69-A3DB-4627-A454-A31F702A5D1B}" type="pres">
      <dgm:prSet presAssocID="{00591B3D-9B9F-4C8B-8739-23D4490262C6}" presName="node" presStyleLbl="node1" presStyleIdx="0" presStyleCnt="2" custLinFactNeighborX="-411" custLinFactNeighborY="6965">
        <dgm:presLayoutVars>
          <dgm:bulletEnabled val="1"/>
        </dgm:presLayoutVars>
      </dgm:prSet>
      <dgm:spPr/>
    </dgm:pt>
    <dgm:pt modelId="{3886EA5E-2AF8-4215-A353-237B8AA4A5AD}" type="pres">
      <dgm:prSet presAssocID="{E1B2AA8C-7189-404C-97B2-40855E28A2AE}" presName="sibTrans" presStyleLbl="sibTrans2D1" presStyleIdx="0" presStyleCnt="1"/>
      <dgm:spPr/>
    </dgm:pt>
    <dgm:pt modelId="{AC9B1A07-EAF3-47CD-9DC2-50EC225BE772}" type="pres">
      <dgm:prSet presAssocID="{E1B2AA8C-7189-404C-97B2-40855E28A2AE}" presName="connectorText" presStyleLbl="sibTrans2D1" presStyleIdx="0" presStyleCnt="1"/>
      <dgm:spPr/>
    </dgm:pt>
    <dgm:pt modelId="{81657D96-4140-49CC-A7FB-0013B13D0741}" type="pres">
      <dgm:prSet presAssocID="{9520538D-375F-4B1E-9218-821715961C85}" presName="node" presStyleLbl="node1" presStyleIdx="1" presStyleCnt="2">
        <dgm:presLayoutVars>
          <dgm:bulletEnabled val="1"/>
        </dgm:presLayoutVars>
      </dgm:prSet>
      <dgm:spPr/>
    </dgm:pt>
  </dgm:ptLst>
  <dgm:cxnLst>
    <dgm:cxn modelId="{65CF7F19-9A25-40AA-961A-791BFA1DBC66}" type="presOf" srcId="{00591B3D-9B9F-4C8B-8739-23D4490262C6}" destId="{8354EA69-A3DB-4627-A454-A31F702A5D1B}" srcOrd="0" destOrd="0" presId="urn:microsoft.com/office/officeart/2005/8/layout/process1"/>
    <dgm:cxn modelId="{0BDD1C65-EF6D-491A-AFEF-C723D9116C75}" srcId="{8E3095DB-0FA9-4C3B-ADF5-E6C750F58C5E}" destId="{9520538D-375F-4B1E-9218-821715961C85}" srcOrd="1" destOrd="0" parTransId="{E47E1030-0483-4569-B5E3-0CCD52B3A299}" sibTransId="{5CD14075-B5E2-473D-9267-9792530EFFD6}"/>
    <dgm:cxn modelId="{3DDE4F8B-692E-4CDA-9F59-A536B9F871F7}" type="presOf" srcId="{9520538D-375F-4B1E-9218-821715961C85}" destId="{81657D96-4140-49CC-A7FB-0013B13D0741}" srcOrd="0" destOrd="0" presId="urn:microsoft.com/office/officeart/2005/8/layout/process1"/>
    <dgm:cxn modelId="{2E8BB78F-21B6-475E-86D9-03C7A8C1966A}" srcId="{8E3095DB-0FA9-4C3B-ADF5-E6C750F58C5E}" destId="{00591B3D-9B9F-4C8B-8739-23D4490262C6}" srcOrd="0" destOrd="0" parTransId="{0F54C9FD-17DA-43BF-9A00-E5AC6E7B1FC2}" sibTransId="{E1B2AA8C-7189-404C-97B2-40855E28A2AE}"/>
    <dgm:cxn modelId="{893181CE-0CE2-4273-9BDF-BA68AB6A8990}" type="presOf" srcId="{E1B2AA8C-7189-404C-97B2-40855E28A2AE}" destId="{3886EA5E-2AF8-4215-A353-237B8AA4A5AD}" srcOrd="0" destOrd="0" presId="urn:microsoft.com/office/officeart/2005/8/layout/process1"/>
    <dgm:cxn modelId="{D21B7ACF-8F6A-468B-9F83-7859F8D08FD9}" type="presOf" srcId="{8E3095DB-0FA9-4C3B-ADF5-E6C750F58C5E}" destId="{FCDFAAFB-4A20-4AE9-A0B7-81E7E98DBC09}" srcOrd="0" destOrd="0" presId="urn:microsoft.com/office/officeart/2005/8/layout/process1"/>
    <dgm:cxn modelId="{EBD6FBF9-1CDE-432C-9865-B95DEEBB972A}" type="presOf" srcId="{E1B2AA8C-7189-404C-97B2-40855E28A2AE}" destId="{AC9B1A07-EAF3-47CD-9DC2-50EC225BE772}" srcOrd="1" destOrd="0" presId="urn:microsoft.com/office/officeart/2005/8/layout/process1"/>
    <dgm:cxn modelId="{906EF7D7-F552-47EE-AC98-383F27124976}" type="presParOf" srcId="{FCDFAAFB-4A20-4AE9-A0B7-81E7E98DBC09}" destId="{8354EA69-A3DB-4627-A454-A31F702A5D1B}" srcOrd="0" destOrd="0" presId="urn:microsoft.com/office/officeart/2005/8/layout/process1"/>
    <dgm:cxn modelId="{31305252-C3EF-4205-9623-BED3CE56E054}" type="presParOf" srcId="{FCDFAAFB-4A20-4AE9-A0B7-81E7E98DBC09}" destId="{3886EA5E-2AF8-4215-A353-237B8AA4A5AD}" srcOrd="1" destOrd="0" presId="urn:microsoft.com/office/officeart/2005/8/layout/process1"/>
    <dgm:cxn modelId="{D9B96719-05AF-4DEC-93E4-DB438A1A76FE}" type="presParOf" srcId="{3886EA5E-2AF8-4215-A353-237B8AA4A5AD}" destId="{AC9B1A07-EAF3-47CD-9DC2-50EC225BE772}" srcOrd="0" destOrd="0" presId="urn:microsoft.com/office/officeart/2005/8/layout/process1"/>
    <dgm:cxn modelId="{53FF475A-E3D0-4861-9121-AFCF3D21C32C}" type="presParOf" srcId="{FCDFAAFB-4A20-4AE9-A0B7-81E7E98DBC09}" destId="{81657D96-4140-49CC-A7FB-0013B13D074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4EA69-A3DB-4627-A454-A31F702A5D1B}">
      <dsp:nvSpPr>
        <dsp:cNvPr id="0" name=""/>
        <dsp:cNvSpPr/>
      </dsp:nvSpPr>
      <dsp:spPr>
        <a:xfrm>
          <a:off x="0" y="0"/>
          <a:ext cx="4460062" cy="992037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800" kern="1200" dirty="0">
              <a:solidFill>
                <a:schemeClr val="accent6">
                  <a:lumMod val="50000"/>
                </a:schemeClr>
              </a:solidFill>
            </a:rPr>
            <a:t>甜點介紹卡的</a:t>
          </a:r>
          <a:endParaRPr lang="en-US" altLang="zh-TW" sz="2800" kern="1200" dirty="0">
            <a:solidFill>
              <a:schemeClr val="accent6">
                <a:lumMod val="50000"/>
              </a:schemeClr>
            </a:solidFill>
          </a:endParaRP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800" kern="1200" dirty="0">
              <a:solidFill>
                <a:schemeClr val="accent6">
                  <a:lumMod val="50000"/>
                </a:schemeClr>
              </a:solidFill>
            </a:rPr>
            <a:t>排版問題</a:t>
          </a:r>
          <a:r>
            <a:rPr lang="en-US" altLang="zh-TW" sz="2800" kern="1200" dirty="0">
              <a:solidFill>
                <a:schemeClr val="accent6">
                  <a:lumMod val="50000"/>
                </a:schemeClr>
              </a:solidFill>
            </a:rPr>
            <a:t>(CSS</a:t>
          </a:r>
          <a:r>
            <a:rPr lang="zh-TW" altLang="en-US" sz="2800" kern="1200" dirty="0">
              <a:solidFill>
                <a:schemeClr val="accent6">
                  <a:lumMod val="50000"/>
                </a:schemeClr>
              </a:solidFill>
            </a:rPr>
            <a:t>不熟悉</a:t>
          </a:r>
          <a:r>
            <a:rPr lang="en-US" altLang="zh-TW" sz="2800" kern="1200" dirty="0">
              <a:solidFill>
                <a:schemeClr val="accent6">
                  <a:lumMod val="50000"/>
                </a:schemeClr>
              </a:solidFill>
            </a:rPr>
            <a:t>)</a:t>
          </a:r>
          <a:endParaRPr lang="zh-TW" altLang="en-US" sz="28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29056" y="29056"/>
        <a:ext cx="4401950" cy="933925"/>
      </dsp:txXfrm>
    </dsp:sp>
    <dsp:sp modelId="{3886EA5E-2AF8-4215-A353-237B8AA4A5AD}">
      <dsp:nvSpPr>
        <dsp:cNvPr id="0" name=""/>
        <dsp:cNvSpPr/>
      </dsp:nvSpPr>
      <dsp:spPr>
        <a:xfrm>
          <a:off x="4907900" y="0"/>
          <a:ext cx="949415" cy="992037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4400" kern="1200"/>
        </a:p>
      </dsp:txBody>
      <dsp:txXfrm>
        <a:off x="4907900" y="198407"/>
        <a:ext cx="664591" cy="595223"/>
      </dsp:txXfrm>
    </dsp:sp>
    <dsp:sp modelId="{81657D96-4140-49CC-A7FB-0013B13D0741}">
      <dsp:nvSpPr>
        <dsp:cNvPr id="0" name=""/>
        <dsp:cNvSpPr/>
      </dsp:nvSpPr>
      <dsp:spPr>
        <a:xfrm>
          <a:off x="6251413" y="0"/>
          <a:ext cx="4460062" cy="992037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400" kern="1200" dirty="0">
              <a:solidFill>
                <a:schemeClr val="accent6">
                  <a:lumMod val="50000"/>
                </a:schemeClr>
              </a:solidFill>
            </a:rPr>
            <a:t>透過加入元素的邊框，</a:t>
          </a:r>
          <a:endParaRPr lang="en-US" altLang="zh-TW" sz="2400" kern="1200" dirty="0">
            <a:solidFill>
              <a:schemeClr val="accent6">
                <a:lumMod val="50000"/>
              </a:schemeClr>
            </a:solidFill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400" kern="1200" dirty="0">
              <a:solidFill>
                <a:schemeClr val="accent6">
                  <a:lumMod val="50000"/>
                </a:schemeClr>
              </a:solidFill>
            </a:rPr>
            <a:t>調整、查看各個元素的位置</a:t>
          </a:r>
        </a:p>
      </dsp:txBody>
      <dsp:txXfrm>
        <a:off x="6280469" y="29056"/>
        <a:ext cx="4401950" cy="9339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4EA69-A3DB-4627-A454-A31F702A5D1B}">
      <dsp:nvSpPr>
        <dsp:cNvPr id="0" name=""/>
        <dsp:cNvSpPr/>
      </dsp:nvSpPr>
      <dsp:spPr>
        <a:xfrm>
          <a:off x="7325" y="0"/>
          <a:ext cx="4460062" cy="834650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>
              <a:solidFill>
                <a:schemeClr val="accent6">
                  <a:lumMod val="50000"/>
                </a:schemeClr>
              </a:solidFill>
            </a:rPr>
            <a:t>彈窗功能</a:t>
          </a:r>
          <a:r>
            <a:rPr lang="en-US" altLang="zh-TW" sz="2800" kern="1200" dirty="0">
              <a:solidFill>
                <a:schemeClr val="accent6">
                  <a:lumMod val="50000"/>
                </a:schemeClr>
              </a:solidFill>
            </a:rPr>
            <a:t>(</a:t>
          </a:r>
          <a:r>
            <a:rPr lang="zh-TW" altLang="en-US" sz="28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altLang="zh-TW" sz="2800" kern="1200" dirty="0">
              <a:solidFill>
                <a:schemeClr val="accent6">
                  <a:lumMod val="50000"/>
                </a:schemeClr>
              </a:solidFill>
            </a:rPr>
            <a:t>JS</a:t>
          </a:r>
          <a:r>
            <a:rPr lang="zh-TW" altLang="en-US" sz="2800" kern="1200" dirty="0">
              <a:solidFill>
                <a:schemeClr val="accent6">
                  <a:lumMod val="50000"/>
                </a:schemeClr>
              </a:solidFill>
            </a:rPr>
            <a:t>不熟悉 </a:t>
          </a:r>
          <a:r>
            <a:rPr lang="en-US" altLang="zh-TW" sz="2800" kern="1200" dirty="0">
              <a:solidFill>
                <a:schemeClr val="accent6">
                  <a:lumMod val="50000"/>
                </a:schemeClr>
              </a:solidFill>
            </a:rPr>
            <a:t>)</a:t>
          </a:r>
          <a:endParaRPr lang="zh-TW" altLang="en-US" sz="28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31771" y="24446"/>
        <a:ext cx="4411170" cy="785758"/>
      </dsp:txXfrm>
    </dsp:sp>
    <dsp:sp modelId="{3886EA5E-2AF8-4215-A353-237B8AA4A5AD}">
      <dsp:nvSpPr>
        <dsp:cNvPr id="0" name=""/>
        <dsp:cNvSpPr/>
      </dsp:nvSpPr>
      <dsp:spPr>
        <a:xfrm>
          <a:off x="4913916" y="0"/>
          <a:ext cx="946639" cy="83465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700" kern="1200"/>
        </a:p>
      </dsp:txBody>
      <dsp:txXfrm>
        <a:off x="4913916" y="166930"/>
        <a:ext cx="696244" cy="500790"/>
      </dsp:txXfrm>
    </dsp:sp>
    <dsp:sp modelId="{81657D96-4140-49CC-A7FB-0013B13D0741}">
      <dsp:nvSpPr>
        <dsp:cNvPr id="0" name=""/>
        <dsp:cNvSpPr/>
      </dsp:nvSpPr>
      <dsp:spPr>
        <a:xfrm>
          <a:off x="6253500" y="0"/>
          <a:ext cx="4460062" cy="834650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400" kern="1200" dirty="0">
              <a:solidFill>
                <a:schemeClr val="accent6">
                  <a:lumMod val="50000"/>
                </a:schemeClr>
              </a:solidFill>
            </a:rPr>
            <a:t>查詢</a:t>
          </a:r>
          <a:r>
            <a:rPr lang="en-US" altLang="zh-TW" sz="2400" kern="1200" dirty="0">
              <a:solidFill>
                <a:schemeClr val="accent6">
                  <a:lumMod val="50000"/>
                </a:schemeClr>
              </a:solidFill>
            </a:rPr>
            <a:t>YouTube</a:t>
          </a:r>
          <a:r>
            <a:rPr lang="zh-TW" altLang="en-US" sz="2400" kern="1200" dirty="0">
              <a:solidFill>
                <a:schemeClr val="accent6">
                  <a:lumMod val="50000"/>
                </a:schemeClr>
              </a:solidFill>
            </a:rPr>
            <a:t>教學、</a:t>
          </a:r>
          <a:endParaRPr lang="en-US" altLang="zh-TW" sz="2400" kern="1200" dirty="0">
            <a:solidFill>
              <a:schemeClr val="accent6">
                <a:lumMod val="50000"/>
              </a:schemeClr>
            </a:solidFill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400" kern="1200" dirty="0">
              <a:solidFill>
                <a:schemeClr val="accent6">
                  <a:lumMod val="50000"/>
                </a:schemeClr>
              </a:solidFill>
            </a:rPr>
            <a:t>詢問</a:t>
          </a:r>
          <a:r>
            <a:rPr lang="en-US" altLang="zh-TW" sz="2400" kern="1200" dirty="0">
              <a:solidFill>
                <a:schemeClr val="accent6">
                  <a:lumMod val="50000"/>
                </a:schemeClr>
              </a:solidFill>
            </a:rPr>
            <a:t>Copilot</a:t>
          </a:r>
          <a:r>
            <a:rPr lang="zh-TW" altLang="en-US" sz="2400" kern="1200" dirty="0">
              <a:solidFill>
                <a:schemeClr val="accent6">
                  <a:lumMod val="50000"/>
                </a:schemeClr>
              </a:solidFill>
            </a:rPr>
            <a:t>，並加以調整</a:t>
          </a:r>
        </a:p>
      </dsp:txBody>
      <dsp:txXfrm>
        <a:off x="6277946" y="24446"/>
        <a:ext cx="4411170" cy="785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4EA69-A3DB-4627-A454-A31F702A5D1B}">
      <dsp:nvSpPr>
        <dsp:cNvPr id="0" name=""/>
        <dsp:cNvSpPr/>
      </dsp:nvSpPr>
      <dsp:spPr>
        <a:xfrm>
          <a:off x="0" y="0"/>
          <a:ext cx="4460062" cy="896750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>
              <a:solidFill>
                <a:schemeClr val="accent6">
                  <a:lumMod val="50000"/>
                </a:schemeClr>
              </a:solidFill>
            </a:rPr>
            <a:t>RWD</a:t>
          </a:r>
          <a:endParaRPr lang="zh-TW" altLang="en-US" sz="36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26265" y="26265"/>
        <a:ext cx="4407532" cy="844220"/>
      </dsp:txXfrm>
    </dsp:sp>
    <dsp:sp modelId="{3886EA5E-2AF8-4215-A353-237B8AA4A5AD}">
      <dsp:nvSpPr>
        <dsp:cNvPr id="0" name=""/>
        <dsp:cNvSpPr/>
      </dsp:nvSpPr>
      <dsp:spPr>
        <a:xfrm>
          <a:off x="4907900" y="0"/>
          <a:ext cx="949415" cy="89675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4000" kern="1200"/>
        </a:p>
      </dsp:txBody>
      <dsp:txXfrm>
        <a:off x="4907900" y="179350"/>
        <a:ext cx="680390" cy="538050"/>
      </dsp:txXfrm>
    </dsp:sp>
    <dsp:sp modelId="{81657D96-4140-49CC-A7FB-0013B13D0741}">
      <dsp:nvSpPr>
        <dsp:cNvPr id="0" name=""/>
        <dsp:cNvSpPr/>
      </dsp:nvSpPr>
      <dsp:spPr>
        <a:xfrm>
          <a:off x="6251413" y="0"/>
          <a:ext cx="4460062" cy="896750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400" kern="1200" spc="-150" dirty="0">
              <a:solidFill>
                <a:schemeClr val="accent6">
                  <a:lumMod val="50000"/>
                </a:schemeClr>
              </a:solidFill>
            </a:rPr>
            <a:t>使用</a:t>
          </a:r>
          <a:r>
            <a:rPr lang="en-US" altLang="zh-TW" sz="2400" kern="1200" spc="-150" dirty="0">
              <a:solidFill>
                <a:schemeClr val="accent6">
                  <a:lumMod val="50000"/>
                </a:schemeClr>
              </a:solidFill>
            </a:rPr>
            <a:t>F12(</a:t>
          </a:r>
          <a:r>
            <a:rPr lang="zh-TW" altLang="en-US" sz="2400" kern="1200" spc="-150" dirty="0">
              <a:solidFill>
                <a:schemeClr val="accent6">
                  <a:lumMod val="50000"/>
                </a:schemeClr>
              </a:solidFill>
            </a:rPr>
            <a:t>檢查</a:t>
          </a:r>
          <a:r>
            <a:rPr lang="en-US" altLang="zh-TW" sz="2400" kern="1200" spc="-150" dirty="0">
              <a:solidFill>
                <a:schemeClr val="accent6">
                  <a:lumMod val="50000"/>
                </a:schemeClr>
              </a:solidFill>
            </a:rPr>
            <a:t>)</a:t>
          </a:r>
          <a:r>
            <a:rPr lang="zh-TW" altLang="en-US" sz="2400" kern="1200" spc="-150" dirty="0">
              <a:solidFill>
                <a:schemeClr val="accent6">
                  <a:lumMod val="50000"/>
                </a:schemeClr>
              </a:solidFill>
            </a:rPr>
            <a:t>模擬不同尺寸進行調整，如果真的調不好就詢問</a:t>
          </a:r>
          <a:r>
            <a:rPr lang="en-US" altLang="zh-TW" sz="2400" kern="1200" spc="-150" dirty="0">
              <a:solidFill>
                <a:schemeClr val="accent6">
                  <a:lumMod val="50000"/>
                </a:schemeClr>
              </a:solidFill>
            </a:rPr>
            <a:t>AI</a:t>
          </a:r>
          <a:endParaRPr lang="zh-TW" altLang="en-US" sz="2400" kern="1200" spc="-150" dirty="0">
            <a:solidFill>
              <a:schemeClr val="accent6">
                <a:lumMod val="50000"/>
              </a:schemeClr>
            </a:solidFill>
          </a:endParaRPr>
        </a:p>
      </dsp:txBody>
      <dsp:txXfrm>
        <a:off x="6277678" y="26265"/>
        <a:ext cx="4407532" cy="8442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4EA69-A3DB-4627-A454-A31F702A5D1B}">
      <dsp:nvSpPr>
        <dsp:cNvPr id="0" name=""/>
        <dsp:cNvSpPr/>
      </dsp:nvSpPr>
      <dsp:spPr>
        <a:xfrm>
          <a:off x="5237" y="0"/>
          <a:ext cx="4460062" cy="1011708"/>
        </a:xfrm>
        <a:prstGeom prst="roundRect">
          <a:avLst>
            <a:gd name="adj" fmla="val 10000"/>
          </a:avLst>
        </a:prstGeom>
        <a:solidFill>
          <a:prstClr val="white">
            <a:lumMod val="85000"/>
          </a:prst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>
              <a:solidFill>
                <a:srgbClr val="0989B1">
                  <a:lumMod val="50000"/>
                </a:srgbClr>
              </a:solidFill>
              <a:latin typeface="Gill Sans MT" panose="020B0502020104020203"/>
              <a:ea typeface="微軟正黑體" panose="020B0604030504040204" pitchFamily="34" charset="-120"/>
              <a:cs typeface="+mn-cs"/>
            </a:rPr>
            <a:t>倫撥圖無法自動撥放</a:t>
          </a:r>
        </a:p>
      </dsp:txBody>
      <dsp:txXfrm>
        <a:off x="34869" y="29632"/>
        <a:ext cx="4400798" cy="952444"/>
      </dsp:txXfrm>
    </dsp:sp>
    <dsp:sp modelId="{3886EA5E-2AF8-4215-A353-237B8AA4A5AD}">
      <dsp:nvSpPr>
        <dsp:cNvPr id="0" name=""/>
        <dsp:cNvSpPr/>
      </dsp:nvSpPr>
      <dsp:spPr>
        <a:xfrm>
          <a:off x="4911828" y="0"/>
          <a:ext cx="946639" cy="1011708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4500" kern="1200"/>
        </a:p>
      </dsp:txBody>
      <dsp:txXfrm>
        <a:off x="4911828" y="202342"/>
        <a:ext cx="662647" cy="607024"/>
      </dsp:txXfrm>
    </dsp:sp>
    <dsp:sp modelId="{81657D96-4140-49CC-A7FB-0013B13D0741}">
      <dsp:nvSpPr>
        <dsp:cNvPr id="0" name=""/>
        <dsp:cNvSpPr/>
      </dsp:nvSpPr>
      <dsp:spPr>
        <a:xfrm>
          <a:off x="6251413" y="0"/>
          <a:ext cx="4460062" cy="1011708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400" kern="1200" dirty="0">
              <a:solidFill>
                <a:schemeClr val="accent6">
                  <a:lumMod val="50000"/>
                </a:schemeClr>
              </a:solidFill>
            </a:rPr>
            <a:t>透過 </a:t>
          </a:r>
          <a:r>
            <a:rPr lang="en-US" altLang="zh-TW" sz="2400" kern="1200" dirty="0">
              <a:solidFill>
                <a:schemeClr val="accent6">
                  <a:lumMod val="50000"/>
                </a:schemeClr>
              </a:solidFill>
            </a:rPr>
            <a:t>W3School </a:t>
          </a:r>
          <a:r>
            <a:rPr lang="zh-TW" altLang="en-US" sz="2400" kern="1200" dirty="0">
              <a:solidFill>
                <a:schemeClr val="accent6">
                  <a:lumMod val="50000"/>
                </a:schemeClr>
              </a:solidFill>
            </a:rPr>
            <a:t>學習倫撥圖的</a:t>
          </a:r>
          <a:endParaRPr lang="en-US" altLang="zh-TW" sz="2400" kern="1200" dirty="0">
            <a:solidFill>
              <a:schemeClr val="accent6">
                <a:lumMod val="50000"/>
              </a:schemeClr>
            </a:solidFill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TW" sz="2400" kern="1200" dirty="0">
              <a:solidFill>
                <a:schemeClr val="accent6">
                  <a:lumMod val="50000"/>
                </a:schemeClr>
              </a:solidFill>
            </a:rPr>
            <a:t>JS</a:t>
          </a:r>
          <a:r>
            <a:rPr lang="zh-TW" altLang="en-US" sz="2400" kern="1200" dirty="0">
              <a:solidFill>
                <a:schemeClr val="accent6">
                  <a:lumMod val="50000"/>
                </a:schemeClr>
              </a:solidFill>
            </a:rPr>
            <a:t>功能、詢問</a:t>
          </a:r>
          <a:r>
            <a:rPr lang="en-US" altLang="zh-TW" sz="2400" kern="1200" dirty="0">
              <a:solidFill>
                <a:schemeClr val="accent6">
                  <a:lumMod val="50000"/>
                </a:schemeClr>
              </a:solidFill>
            </a:rPr>
            <a:t>Copilot</a:t>
          </a:r>
          <a:endParaRPr lang="zh-TW" altLang="en-US" sz="24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6281045" y="29632"/>
        <a:ext cx="4400798" cy="9524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4EA69-A3DB-4627-A454-A31F702A5D1B}">
      <dsp:nvSpPr>
        <dsp:cNvPr id="0" name=""/>
        <dsp:cNvSpPr/>
      </dsp:nvSpPr>
      <dsp:spPr>
        <a:xfrm>
          <a:off x="0" y="0"/>
          <a:ext cx="4464422" cy="896750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>
              <a:solidFill>
                <a:schemeClr val="accent6">
                  <a:lumMod val="50000"/>
                </a:schemeClr>
              </a:solidFill>
            </a:rPr>
            <a:t>漢堡選單</a:t>
          </a:r>
        </a:p>
      </dsp:txBody>
      <dsp:txXfrm>
        <a:off x="26265" y="26265"/>
        <a:ext cx="4411892" cy="844220"/>
      </dsp:txXfrm>
    </dsp:sp>
    <dsp:sp modelId="{3886EA5E-2AF8-4215-A353-237B8AA4A5AD}">
      <dsp:nvSpPr>
        <dsp:cNvPr id="0" name=""/>
        <dsp:cNvSpPr/>
      </dsp:nvSpPr>
      <dsp:spPr>
        <a:xfrm>
          <a:off x="4911388" y="0"/>
          <a:ext cx="947567" cy="89675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4000" kern="1200"/>
        </a:p>
      </dsp:txBody>
      <dsp:txXfrm>
        <a:off x="4911388" y="179350"/>
        <a:ext cx="678542" cy="538050"/>
      </dsp:txXfrm>
    </dsp:sp>
    <dsp:sp modelId="{81657D96-4140-49CC-A7FB-0013B13D0741}">
      <dsp:nvSpPr>
        <dsp:cNvPr id="0" name=""/>
        <dsp:cNvSpPr/>
      </dsp:nvSpPr>
      <dsp:spPr>
        <a:xfrm>
          <a:off x="6252284" y="0"/>
          <a:ext cx="4464422" cy="896750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2400" kern="1200" spc="-150" dirty="0">
              <a:solidFill>
                <a:schemeClr val="accent6">
                  <a:lumMod val="50000"/>
                </a:schemeClr>
              </a:solidFill>
            </a:rPr>
            <a:t>搜尋有關</a:t>
          </a:r>
          <a:r>
            <a:rPr lang="en-US" altLang="zh-TW" sz="2400" kern="1200" spc="-150" dirty="0">
              <a:solidFill>
                <a:schemeClr val="accent6">
                  <a:lumMod val="50000"/>
                </a:schemeClr>
              </a:solidFill>
            </a:rPr>
            <a:t>Menu Icon</a:t>
          </a:r>
          <a:r>
            <a:rPr lang="zh-TW" altLang="en-US" sz="2400" kern="1200" spc="-150" dirty="0">
              <a:solidFill>
                <a:schemeClr val="accent6">
                  <a:lumMod val="50000"/>
                </a:schemeClr>
              </a:solidFill>
            </a:rPr>
            <a:t>的</a:t>
          </a:r>
          <a:r>
            <a:rPr lang="en-US" altLang="zh-TW" sz="2400" kern="1200" spc="-150" dirty="0">
              <a:solidFill>
                <a:schemeClr val="accent6">
                  <a:lumMod val="50000"/>
                </a:schemeClr>
              </a:solidFill>
            </a:rPr>
            <a:t>YT</a:t>
          </a:r>
          <a:r>
            <a:rPr lang="zh-TW" altLang="en-US" sz="2400" kern="1200" spc="-150" dirty="0">
              <a:solidFill>
                <a:schemeClr val="accent6">
                  <a:lumMod val="50000"/>
                </a:schemeClr>
              </a:solidFill>
            </a:rPr>
            <a:t>教學影片</a:t>
          </a:r>
        </a:p>
      </dsp:txBody>
      <dsp:txXfrm>
        <a:off x="6278549" y="26265"/>
        <a:ext cx="4411892" cy="844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A615E-5735-4A29-B874-99BDAB8A251A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3A7A5-24B2-4DA7-A196-BCF7229DC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76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324752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965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108744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65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660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592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350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38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791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38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75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D666482-F43D-4865-B126-B5313030C311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D672888-D003-4A04-BB51-E84B762E947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46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fonts.google.com/icons" TargetMode="External"/><Relationship Id="rId3" Type="http://schemas.openxmlformats.org/officeDocument/2006/relationships/hyperlink" Target="https://www.facebook.com/profile.php?id=100064318952721&amp;mibextid=LQQJ4d" TargetMode="External"/><Relationship Id="rId7" Type="http://schemas.openxmlformats.org/officeDocument/2006/relationships/hyperlink" Target="https://cdnjs.com/libraries/font-awesome" TargetMode="External"/><Relationship Id="rId2" Type="http://schemas.openxmlformats.org/officeDocument/2006/relationships/hyperlink" Target="https://www.instagram.com/katatsumuri_2020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LearnWebTutorial" TargetMode="External"/><Relationship Id="rId5" Type="http://schemas.openxmlformats.org/officeDocument/2006/relationships/hyperlink" Target="https://www.youtube.com/@lundeveloper" TargetMode="External"/><Relationship Id="rId4" Type="http://schemas.openxmlformats.org/officeDocument/2006/relationships/hyperlink" Target="https://www.youtube.com/@Bedimcod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AF4A5121-5A69-7907-6AA2-329488AF8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91" y="501160"/>
            <a:ext cx="5855677" cy="58556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415F00D-C24F-6F1E-9F6E-571AC193D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866" y="2184275"/>
            <a:ext cx="4180357" cy="1244723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甜螺網站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373A4E6-9F3B-FDF7-F81B-4B044B624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40764" y="3915696"/>
            <a:ext cx="2830560" cy="1086237"/>
          </a:xfrm>
        </p:spPr>
        <p:txBody>
          <a:bodyPr>
            <a:normAutofit/>
          </a:bodyPr>
          <a:lstStyle/>
          <a:p>
            <a:r>
              <a:rPr lang="zh-TW" altLang="en-US" sz="2600" b="1" dirty="0"/>
              <a:t>小專成果發表</a:t>
            </a:r>
            <a:endParaRPr lang="en-US" altLang="zh-TW" sz="2600" b="1" dirty="0"/>
          </a:p>
          <a:p>
            <a:r>
              <a:rPr lang="zh-TW" altLang="en-US" sz="2600" b="1" dirty="0"/>
              <a:t>張景惠</a:t>
            </a:r>
          </a:p>
        </p:txBody>
      </p:sp>
    </p:spTree>
    <p:extLst>
      <p:ext uri="{BB962C8B-B14F-4D97-AF65-F5344CB8AC3E}">
        <p14:creationId xmlns:p14="http://schemas.microsoft.com/office/powerpoint/2010/main" val="124632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4D47CE-3A9D-ECB6-B8EE-447056B89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4415246" cy="243840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</a:rPr>
              <a:t>製作動機</a:t>
            </a:r>
            <a:endParaRPr lang="en-US" altLang="zh-TW" sz="28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</a:rPr>
              <a:t>使用工具、參考工具</a:t>
            </a:r>
            <a:endParaRPr lang="en-US" altLang="zh-TW" sz="28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</a:rPr>
              <a:t>製作時程</a:t>
            </a:r>
            <a:endParaRPr lang="en-US" altLang="zh-TW" sz="28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</a:rPr>
              <a:t>網站介紹</a:t>
            </a:r>
            <a:endParaRPr lang="en-US" altLang="zh-TW" sz="28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zh-TW" altLang="en-US" sz="4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07ECF8B-0685-D116-7781-5DA64699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348" y="569323"/>
            <a:ext cx="1933303" cy="842554"/>
          </a:xfrm>
        </p:spPr>
        <p:txBody>
          <a:bodyPr>
            <a:noAutofit/>
          </a:bodyPr>
          <a:lstStyle/>
          <a:p>
            <a:r>
              <a:rPr lang="zh-TW" altLang="en-US" sz="6000" b="1" dirty="0"/>
              <a:t>目錄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B772079-DD7F-D32F-1171-3D144E9C770D}"/>
              </a:ext>
            </a:extLst>
          </p:cNvPr>
          <p:cNvSpPr txBox="1">
            <a:spLocks/>
          </p:cNvSpPr>
          <p:nvPr/>
        </p:nvSpPr>
        <p:spPr>
          <a:xfrm>
            <a:off x="5926183" y="2286000"/>
            <a:ext cx="4415246" cy="2438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</a:rPr>
              <a:t>遇到的問題、解決方式</a:t>
            </a:r>
            <a:endParaRPr lang="en-US" altLang="zh-TW" sz="28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</a:rPr>
              <a:t>使用佔比</a:t>
            </a:r>
            <a:endParaRPr lang="en-US" altLang="zh-TW" sz="28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</a:rPr>
              <a:t>未來改善</a:t>
            </a:r>
            <a:endParaRPr lang="en-US" altLang="zh-TW" sz="28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</a:rPr>
              <a:t>參考資料</a:t>
            </a:r>
            <a:endParaRPr lang="en-US" altLang="zh-TW" sz="40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altLang="zh-TW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7" name="圖形 6" descr="圖表和含有鉛筆的記事紙墊">
            <a:extLst>
              <a:ext uri="{FF2B5EF4-FFF2-40B4-BE49-F238E27FC236}">
                <a16:creationId xmlns:a16="http://schemas.microsoft.com/office/drawing/2014/main" id="{D42BB4CE-8314-BE3D-6099-D6F63F968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484" y="3789948"/>
            <a:ext cx="2863516" cy="286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4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ECC907-20D5-93B5-AD75-DDC2B5E8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1B4AEC-AE57-6FEE-DC7E-54E2B75A2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606" y="917581"/>
            <a:ext cx="3482788" cy="847165"/>
          </a:xfrm>
        </p:spPr>
        <p:txBody>
          <a:bodyPr>
            <a:normAutofit fontScale="90000"/>
          </a:bodyPr>
          <a:lstStyle/>
          <a:p>
            <a:r>
              <a:rPr lang="zh-TW" altLang="en-US" sz="6000" b="1" dirty="0"/>
              <a:t>製作動機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FADB87-8FA1-A462-658F-645A79E8C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106" y="2663828"/>
            <a:ext cx="8207787" cy="2116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甜螺是朋友開的甜點咖啡廳，雖然甜螺有自己的社群平台如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FB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、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IG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，但沒有完善的網站能讓客人深入了解這間店，所以想幫甜螺建置一個官網，讓客人可以從此網站中更了解甜螺。</a:t>
            </a:r>
          </a:p>
        </p:txBody>
      </p:sp>
      <p:pic>
        <p:nvPicPr>
          <p:cNvPr id="5" name="圖形 4" descr="燈泡">
            <a:extLst>
              <a:ext uri="{FF2B5EF4-FFF2-40B4-BE49-F238E27FC236}">
                <a16:creationId xmlns:a16="http://schemas.microsoft.com/office/drawing/2014/main" id="{93454F8B-4678-1DD3-9D15-EB375DF9F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4623" y="3429000"/>
            <a:ext cx="3515139" cy="351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6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1EF9E1-8769-81D6-7AF7-721FD656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841" y="1034505"/>
            <a:ext cx="3392129" cy="877529"/>
          </a:xfrm>
        </p:spPr>
        <p:txBody>
          <a:bodyPr>
            <a:normAutofit fontScale="90000"/>
          </a:bodyPr>
          <a:lstStyle/>
          <a:p>
            <a:r>
              <a:rPr lang="zh-TW" altLang="en-US" sz="6000" b="1" dirty="0"/>
              <a:t>使用工具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39D11D2-1200-5E6F-C679-B6AAE4E19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14" y="2707798"/>
            <a:ext cx="5550185" cy="3249381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A95913ED-570B-D39E-5CA0-ACB28BE1471E}"/>
              </a:ext>
            </a:extLst>
          </p:cNvPr>
          <p:cNvSpPr txBox="1">
            <a:spLocks/>
          </p:cNvSpPr>
          <p:nvPr/>
        </p:nvSpPr>
        <p:spPr>
          <a:xfrm>
            <a:off x="7489784" y="1034505"/>
            <a:ext cx="3392129" cy="8775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6000" b="1" dirty="0"/>
              <a:t>參考工具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3D7839A-04B0-1164-E66C-11B7D9F75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029" y="3033981"/>
            <a:ext cx="2676525" cy="26765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F8D5D2E-A043-F252-A07E-AF5FF4007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143" y="3635477"/>
            <a:ext cx="2137539" cy="149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977A04-7BD4-6354-68CD-8939FBF0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703" y="1785257"/>
            <a:ext cx="1163320" cy="3287485"/>
          </a:xfrm>
        </p:spPr>
        <p:txBody>
          <a:bodyPr>
            <a:normAutofit fontScale="90000"/>
          </a:bodyPr>
          <a:lstStyle/>
          <a:p>
            <a:r>
              <a:rPr lang="zh-TW" altLang="en-US" sz="6000" b="1" dirty="0"/>
              <a:t>製</a:t>
            </a:r>
            <a:br>
              <a:rPr lang="en-US" altLang="zh-TW" sz="6000" b="1" dirty="0"/>
            </a:br>
            <a:r>
              <a:rPr lang="zh-TW" altLang="en-US" sz="6000" b="1" dirty="0"/>
              <a:t>作</a:t>
            </a:r>
            <a:br>
              <a:rPr lang="en-US" altLang="zh-TW" sz="6000" b="1" dirty="0"/>
            </a:br>
            <a:r>
              <a:rPr lang="zh-TW" altLang="en-US" sz="6000" b="1" dirty="0"/>
              <a:t>時</a:t>
            </a:r>
            <a:br>
              <a:rPr lang="en-US" altLang="zh-TW" sz="6000" b="1" dirty="0"/>
            </a:br>
            <a:r>
              <a:rPr lang="zh-TW" altLang="en-US" sz="6000" b="1" dirty="0"/>
              <a:t>程</a:t>
            </a:r>
          </a:p>
        </p:txBody>
      </p:sp>
      <p:pic>
        <p:nvPicPr>
          <p:cNvPr id="17" name="圖片 16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38386E88-6AB6-491D-6271-3FB6D6EA5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612" y="0"/>
            <a:ext cx="7277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1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D5C657A-959C-733C-4909-D222DF55F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56" y="1458612"/>
            <a:ext cx="3950387" cy="39407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86A7FF9-C600-BA7F-6540-DED1A01BF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070" y="3017138"/>
            <a:ext cx="4426974" cy="823724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6000" b="1" dirty="0"/>
              <a:t>網站介紹</a:t>
            </a:r>
          </a:p>
        </p:txBody>
      </p:sp>
    </p:spTree>
    <p:extLst>
      <p:ext uri="{BB962C8B-B14F-4D97-AF65-F5344CB8AC3E}">
        <p14:creationId xmlns:p14="http://schemas.microsoft.com/office/powerpoint/2010/main" val="215482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6CDC3B-E6AD-DA1E-38F5-C2C58AD8E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6105" y="250855"/>
            <a:ext cx="3417278" cy="923472"/>
          </a:xfrm>
        </p:spPr>
        <p:txBody>
          <a:bodyPr>
            <a:normAutofit/>
          </a:bodyPr>
          <a:lstStyle/>
          <a:p>
            <a:r>
              <a:rPr lang="zh-TW" altLang="en-US" sz="4800" b="1" dirty="0"/>
              <a:t>遇到的問題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DB33EAA0-36B2-56FF-1AC3-AABBDCF25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37098"/>
              </p:ext>
            </p:extLst>
          </p:nvPr>
        </p:nvGraphicFramePr>
        <p:xfrm>
          <a:off x="736591" y="4622800"/>
          <a:ext cx="10718801" cy="992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CD51D43E-61BD-6A85-FF91-87BC95D3A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1770344"/>
              </p:ext>
            </p:extLst>
          </p:nvPr>
        </p:nvGraphicFramePr>
        <p:xfrm>
          <a:off x="736591" y="5772495"/>
          <a:ext cx="10718801" cy="834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AB37FAC9-DB0D-6A5C-D7FF-E812536614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589947"/>
              </p:ext>
            </p:extLst>
          </p:nvPr>
        </p:nvGraphicFramePr>
        <p:xfrm>
          <a:off x="736599" y="3542256"/>
          <a:ext cx="10718801" cy="896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7" name="標題 1">
            <a:extLst>
              <a:ext uri="{FF2B5EF4-FFF2-40B4-BE49-F238E27FC236}">
                <a16:creationId xmlns:a16="http://schemas.microsoft.com/office/drawing/2014/main" id="{C5056166-9B7E-453F-0648-F7F4DA60AFA1}"/>
              </a:ext>
            </a:extLst>
          </p:cNvPr>
          <p:cNvSpPr txBox="1">
            <a:spLocks/>
          </p:cNvSpPr>
          <p:nvPr/>
        </p:nvSpPr>
        <p:spPr>
          <a:xfrm>
            <a:off x="7795941" y="250855"/>
            <a:ext cx="3417278" cy="9234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4800" b="1" dirty="0"/>
              <a:t>如何解決</a:t>
            </a:r>
          </a:p>
        </p:txBody>
      </p:sp>
      <p:graphicFrame>
        <p:nvGraphicFramePr>
          <p:cNvPr id="8" name="內容版面配置區 3">
            <a:extLst>
              <a:ext uri="{FF2B5EF4-FFF2-40B4-BE49-F238E27FC236}">
                <a16:creationId xmlns:a16="http://schemas.microsoft.com/office/drawing/2014/main" id="{D8DED529-47A8-7F10-C6B9-A8AA91FD3F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3469654"/>
              </p:ext>
            </p:extLst>
          </p:nvPr>
        </p:nvGraphicFramePr>
        <p:xfrm>
          <a:off x="736591" y="1243163"/>
          <a:ext cx="10718801" cy="1011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3" name="內容版面配置區 3">
            <a:extLst>
              <a:ext uri="{FF2B5EF4-FFF2-40B4-BE49-F238E27FC236}">
                <a16:creationId xmlns:a16="http://schemas.microsoft.com/office/drawing/2014/main" id="{0F7C1D85-9B25-807C-E5F4-60D559DCFE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7917634"/>
              </p:ext>
            </p:extLst>
          </p:nvPr>
        </p:nvGraphicFramePr>
        <p:xfrm>
          <a:off x="736590" y="2450188"/>
          <a:ext cx="10718801" cy="896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</p:spTree>
    <p:extLst>
      <p:ext uri="{BB962C8B-B14F-4D97-AF65-F5344CB8AC3E}">
        <p14:creationId xmlns:p14="http://schemas.microsoft.com/office/powerpoint/2010/main" val="240475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  <p:bldGraphic spid="6" grpId="0">
        <p:bldAsOne/>
      </p:bldGraphic>
      <p:bldGraphic spid="8" grpId="0">
        <p:bldAsOne/>
      </p:bldGraphic>
      <p:bldGraphic spid="3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2AF67964-0AED-6B9F-F305-3EA2D28EE5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829043"/>
              </p:ext>
            </p:extLst>
          </p:nvPr>
        </p:nvGraphicFramePr>
        <p:xfrm>
          <a:off x="423582" y="869215"/>
          <a:ext cx="11344836" cy="6229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7773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0EFC11-E8F2-6549-BD02-E2975CC2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44" y="685800"/>
            <a:ext cx="2784711" cy="861646"/>
          </a:xfrm>
        </p:spPr>
        <p:txBody>
          <a:bodyPr>
            <a:normAutofit fontScale="90000"/>
          </a:bodyPr>
          <a:lstStyle/>
          <a:p>
            <a:r>
              <a:rPr lang="zh-TW" altLang="en-US" sz="5400" b="1" dirty="0"/>
              <a:t>未來改善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02A377-8EBB-66E1-E3AD-379AA3B4A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新增購物車、結帳系統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增加會員登入系統、會員資料庫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新增更多功能，完善整個網頁</a:t>
            </a:r>
          </a:p>
        </p:txBody>
      </p:sp>
      <p:pic>
        <p:nvPicPr>
          <p:cNvPr id="26" name="圖形 25" descr="上升趨勢的橫條圖 以實心填滿">
            <a:extLst>
              <a:ext uri="{FF2B5EF4-FFF2-40B4-BE49-F238E27FC236}">
                <a16:creationId xmlns:a16="http://schemas.microsoft.com/office/drawing/2014/main" id="{A4E42B48-EB6D-06DD-74B3-B5FC132D0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1085" y="4195353"/>
            <a:ext cx="2264229" cy="226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41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85E02D-870A-7F57-022A-2CD1DD741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426" y="272845"/>
            <a:ext cx="3367548" cy="769374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6000" b="1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B4028D-4D3F-EBF2-64A5-143A43D75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89703"/>
            <a:ext cx="9601200" cy="5309420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/>
              <a:t>甜螺社群網站：</a:t>
            </a:r>
            <a:endParaRPr lang="en-US" altLang="zh-TW" b="1" dirty="0">
              <a:hlinkClick r:id="rId2"/>
            </a:endParaRPr>
          </a:p>
          <a:p>
            <a:r>
              <a:rPr lang="en-US" altLang="zh-TW" dirty="0">
                <a:hlinkClick r:id="rId2"/>
              </a:rPr>
              <a:t>https://www.instagram.com/katatsumuri_2020/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https://www.facebook.com/profile.php?id=100064318952721&amp;mibextid=LQQJ4d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b="1" dirty="0" err="1"/>
              <a:t>Youtube</a:t>
            </a:r>
            <a:r>
              <a:rPr lang="en-US" altLang="zh-TW" b="1" dirty="0"/>
              <a:t> </a:t>
            </a:r>
            <a:r>
              <a:rPr lang="zh-TW" altLang="en-US" b="1" dirty="0"/>
              <a:t>教學頻道：</a:t>
            </a:r>
            <a:endParaRPr lang="en-US" altLang="zh-TW" b="1" dirty="0"/>
          </a:p>
          <a:p>
            <a:r>
              <a:rPr lang="en-US" altLang="zh-TW" dirty="0">
                <a:hlinkClick r:id="rId4"/>
              </a:rPr>
              <a:t>https://www.youtube.com/@Bedimcode</a:t>
            </a:r>
            <a:endParaRPr lang="en-US" altLang="zh-TW" dirty="0"/>
          </a:p>
          <a:p>
            <a:r>
              <a:rPr lang="en-US" altLang="zh-TW" dirty="0">
                <a:hlinkClick r:id="rId5"/>
              </a:rPr>
              <a:t>https://www.youtube.com/@lundeveloper</a:t>
            </a:r>
            <a:endParaRPr lang="en-US" altLang="zh-TW" dirty="0"/>
          </a:p>
          <a:p>
            <a:r>
              <a:rPr lang="en-US" altLang="zh-TW" dirty="0">
                <a:hlinkClick r:id="rId6"/>
              </a:rPr>
              <a:t>https://www.youtube.com/@LearnWebTutorial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ICON</a:t>
            </a:r>
            <a:r>
              <a:rPr lang="zh-TW" altLang="en-US" b="1" dirty="0"/>
              <a:t>：</a:t>
            </a:r>
            <a:endParaRPr lang="en-US" altLang="zh-TW" b="1" dirty="0"/>
          </a:p>
          <a:p>
            <a:r>
              <a:rPr lang="en-US" altLang="zh-TW" b="1" dirty="0">
                <a:hlinkClick r:id="rId7"/>
              </a:rPr>
              <a:t>https://cdnjs.com/libraries/font-awesome</a:t>
            </a:r>
            <a:endParaRPr lang="en-US" altLang="zh-TW" b="1" dirty="0"/>
          </a:p>
          <a:p>
            <a:r>
              <a:rPr lang="en-US" altLang="zh-TW" b="1" dirty="0">
                <a:hlinkClick r:id="rId8"/>
              </a:rPr>
              <a:t>https://fonts.google.com/icons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93884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BBBC18FD-BFFA-185C-8501-E1163CC53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0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裁剪">
  <a:themeElements>
    <a:clrScheme name="綠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</TotalTime>
  <Words>319</Words>
  <Application>Microsoft Office PowerPoint</Application>
  <PresentationFormat>寬螢幕</PresentationFormat>
  <Paragraphs>54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Calibri</vt:lpstr>
      <vt:lpstr>Franklin Gothic Book</vt:lpstr>
      <vt:lpstr>Gill Sans MT</vt:lpstr>
      <vt:lpstr>裁剪</vt:lpstr>
      <vt:lpstr>甜螺網站</vt:lpstr>
      <vt:lpstr>目錄</vt:lpstr>
      <vt:lpstr>製作動機</vt:lpstr>
      <vt:lpstr>使用工具</vt:lpstr>
      <vt:lpstr>製 作 時 程</vt:lpstr>
      <vt:lpstr>網站介紹</vt:lpstr>
      <vt:lpstr>遇到的問題</vt:lpstr>
      <vt:lpstr>PowerPoint 簡報</vt:lpstr>
      <vt:lpstr>未來改善</vt:lpstr>
      <vt:lpstr>參考資料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景惠 張</dc:creator>
  <cp:lastModifiedBy>景惠 張</cp:lastModifiedBy>
  <cp:revision>48</cp:revision>
  <dcterms:created xsi:type="dcterms:W3CDTF">2025-12-17T03:20:31Z</dcterms:created>
  <dcterms:modified xsi:type="dcterms:W3CDTF">2025-12-19T06:05:23Z</dcterms:modified>
</cp:coreProperties>
</file>